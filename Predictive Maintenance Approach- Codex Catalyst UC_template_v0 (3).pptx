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2.xml" ContentType="application/vnd.openxmlformats-officedocument.theme+xml"/>
  <Override PartName="/ppt/ink/ink1.xml" ContentType="application/inkml+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10" r:id="rId4"/>
  </p:sldMasterIdLst>
  <p:notesMasterIdLst>
    <p:notesMasterId r:id="rId11"/>
  </p:notesMasterIdLst>
  <p:sldIdLst>
    <p:sldId id="2145706677" r:id="rId5"/>
    <p:sldId id="2145706687" r:id="rId6"/>
    <p:sldId id="2145706679" r:id="rId7"/>
    <p:sldId id="2145706686" r:id="rId8"/>
    <p:sldId id="2145706673" r:id="rId9"/>
    <p:sldId id="2145706684" r:id="rId10"/>
  </p:sldIdLst>
  <p:sldSz cx="12192000" cy="6858000"/>
  <p:notesSz cx="6858000" cy="9144000"/>
  <p:defaultTextStyle>
    <a:defPPr>
      <a:defRPr lang="en-P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Guidance" id="{99712D63-9960-EA4B-940C-022E3C89852C}">
          <p14:sldIdLst>
            <p14:sldId id="2145706677"/>
            <p14:sldId id="2145706687"/>
            <p14:sldId id="2145706679"/>
            <p14:sldId id="2145706686"/>
            <p14:sldId id="2145706673"/>
            <p14:sldId id="2145706684"/>
          </p14:sldIdLst>
        </p14:section>
        <p14:section name="Untitled Section" id="{BF9A5F03-27B0-478D-9363-154BCB2578BD}">
          <p14:sldIdLst/>
        </p14:section>
      </p14:section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9369B82-F61C-1DAB-D2B9-DBEF2F861C75}" name="Wójcik, Jakub" initials="WJ" userId="S::jakub.wojcik@capgemini.com::67d39b31-f876-42af-a5d3-3244421dda40" providerId="AD"/>
  <p188:author id="{ABFE7C8A-44D6-C62D-74C1-98F46929C423}" name="Derché, Aurélie" initials="AD" userId="S::aurelie.derche@capgemini.com::5f68c882-6845-4196-8575-a10c2237bca0" providerId="AD"/>
  <p188:author id="{84F035E2-7CB9-652B-E6EB-23E3A62B29C0}" name="Coughlan, Bianca" initials="CB" userId="S::bianca.coughlan@capgemini.com::e9822bdd-2df9-476c-91fe-8d55068d46e0" providerId="AD"/>
  <p188:author id="{9F67FDE7-9435-0775-4B79-5B5EC9E28037}" name="Agboola, May" initials="AM" userId="S::may.agboola@capgemini.com::52cf345f-a5b3-4f7c-867d-184c6759c052" providerId="AD"/>
  <p188:author id="{2D8B94F0-92F3-D8D2-DDF1-EE7B37732F62}" name="Sapsani, Georgia" initials="SG" userId="S::georgia.sapsani@capgemini.com::fe9653a4-4058-474e-a55e-92ed4f142e8b"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05BB5"/>
    <a:srgbClr val="000000"/>
    <a:srgbClr val="232323"/>
    <a:srgbClr val="010101"/>
    <a:srgbClr val="747474"/>
    <a:srgbClr val="555555"/>
    <a:srgbClr val="1ABAE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303FFE3-419E-6600-6B63-B233A52A3501}" v="432" dt="2026-05-13T17:45:10.571"/>
    <p1510:client id="{3A6FFEB6-ED1C-9F9C-F6F3-DDAF72B2C7E8}" v="4" dt="2026-05-15T13:39:03.218"/>
    <p1510:client id="{3B0B57E7-A0FB-C214-AEB9-0ABEA19AE746}" v="2" dt="2026-05-15T12:34:15.471"/>
    <p1510:client id="{3EAEC5B3-EDC6-0E46-6C3D-601F4E5847F2}" v="39" dt="2026-05-15T09:00:37.415"/>
    <p1510:client id="{3FFF4EBD-2453-5543-0C2B-5D227F40B3FE}" v="3" dt="2026-05-15T10:34:31.229"/>
    <p1510:client id="{456F7479-2F27-8378-F0B4-0231C1596441}" v="60" dt="2026-05-15T13:24:56.038"/>
    <p1510:client id="{4F8EC063-53E4-A5A0-9A3A-0BEA79CD7C7A}" v="1" dt="2026-05-14T11:41:27.431"/>
    <p1510:client id="{A93643AA-9E53-63B4-35E1-11F38D528E90}" v="287" dt="2026-05-15T13:57:36.987"/>
    <p1510:client id="{B010C7AA-30C8-D8A4-C14A-48917713C24D}" v="1" dt="2026-05-15T10:18:37.325"/>
    <p1510:client id="{F9F24EC4-F8E9-B582-BE60-065BD0997662}" v="36" dt="2026-05-13T14:48:57.445"/>
    <p1510:client id="{FACB5A3F-C87C-5FC2-8311-31FD4AA7AD7C}" v="84" dt="2026-05-13T14:41:54.69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viewProps" Target="viewProps.xml"/><Relationship Id="rId18" Type="http://schemas.microsoft.com/office/2018/10/relationships/authors" Target="author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presProps" Target="presProps.xml"/><Relationship Id="rId17" Type="http://schemas.microsoft.com/office/2015/10/relationships/revisionInfo" Target="revisionInfo.xml"/><Relationship Id="rId2" Type="http://schemas.openxmlformats.org/officeDocument/2006/relationships/customXml" Target="../customXml/item2.xml"/><Relationship Id="rId16"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tableStyles" Target="tableStyle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oughlan, Bianca" userId="S::bianca.coughlan@capgemini.com::e9822bdd-2df9-476c-91fe-8d55068d46e0" providerId="AD" clId="Web-{0303FFE3-419E-6600-6B63-B233A52A3501}"/>
    <pc:docChg chg="modSld">
      <pc:chgData name="Coughlan, Bianca" userId="S::bianca.coughlan@capgemini.com::e9822bdd-2df9-476c-91fe-8d55068d46e0" providerId="AD" clId="Web-{0303FFE3-419E-6600-6B63-B233A52A3501}" dt="2026-05-13T17:45:10.571" v="366"/>
      <pc:docMkLst>
        <pc:docMk/>
      </pc:docMkLst>
      <pc:sldChg chg="addSp delSp modSp">
        <pc:chgData name="Coughlan, Bianca" userId="S::bianca.coughlan@capgemini.com::e9822bdd-2df9-476c-91fe-8d55068d46e0" providerId="AD" clId="Web-{0303FFE3-419E-6600-6B63-B233A52A3501}" dt="2026-05-13T17:45:10.571" v="366"/>
        <pc:sldMkLst>
          <pc:docMk/>
          <pc:sldMk cId="1992626552" sldId="2145706687"/>
        </pc:sldMkLst>
        <pc:spChg chg="mod">
          <ac:chgData name="Coughlan, Bianca" userId="S::bianca.coughlan@capgemini.com::e9822bdd-2df9-476c-91fe-8d55068d46e0" providerId="AD" clId="Web-{0303FFE3-419E-6600-6B63-B233A52A3501}" dt="2026-05-13T17:30:52.508" v="279" actId="14100"/>
          <ac:spMkLst>
            <pc:docMk/>
            <pc:sldMk cId="1992626552" sldId="2145706687"/>
            <ac:spMk id="19" creationId="{21586E4D-EE77-E4FD-CA53-E3F600CD0DB0}"/>
          </ac:spMkLst>
        </pc:spChg>
        <pc:spChg chg="mod">
          <ac:chgData name="Coughlan, Bianca" userId="S::bianca.coughlan@capgemini.com::e9822bdd-2df9-476c-91fe-8d55068d46e0" providerId="AD" clId="Web-{0303FFE3-419E-6600-6B63-B233A52A3501}" dt="2026-05-13T17:30:59.259" v="280" actId="14100"/>
          <ac:spMkLst>
            <pc:docMk/>
            <pc:sldMk cId="1992626552" sldId="2145706687"/>
            <ac:spMk id="21" creationId="{C0D81216-000D-3F33-FDED-FA89B0AB9803}"/>
          </ac:spMkLst>
        </pc:spChg>
        <pc:spChg chg="mod">
          <ac:chgData name="Coughlan, Bianca" userId="S::bianca.coughlan@capgemini.com::e9822bdd-2df9-476c-91fe-8d55068d46e0" providerId="AD" clId="Web-{0303FFE3-419E-6600-6B63-B233A52A3501}" dt="2026-05-13T17:07:26.457" v="119" actId="1076"/>
          <ac:spMkLst>
            <pc:docMk/>
            <pc:sldMk cId="1992626552" sldId="2145706687"/>
            <ac:spMk id="23" creationId="{291DE9BC-79B6-3E6B-F9B4-6D22C9C20342}"/>
          </ac:spMkLst>
        </pc:spChg>
        <pc:spChg chg="mod">
          <ac:chgData name="Coughlan, Bianca" userId="S::bianca.coughlan@capgemini.com::e9822bdd-2df9-476c-91fe-8d55068d46e0" providerId="AD" clId="Web-{0303FFE3-419E-6600-6B63-B233A52A3501}" dt="2026-05-13T17:24:26.666" v="235" actId="20577"/>
          <ac:spMkLst>
            <pc:docMk/>
            <pc:sldMk cId="1992626552" sldId="2145706687"/>
            <ac:spMk id="30" creationId="{BEE86B49-BB1A-A892-5A6C-DD168FD1D44A}"/>
          </ac:spMkLst>
        </pc:spChg>
        <pc:spChg chg="mod">
          <ac:chgData name="Coughlan, Bianca" userId="S::bianca.coughlan@capgemini.com::e9822bdd-2df9-476c-91fe-8d55068d46e0" providerId="AD" clId="Web-{0303FFE3-419E-6600-6B63-B233A52A3501}" dt="2026-05-13T17:43:10.801" v="351" actId="1076"/>
          <ac:spMkLst>
            <pc:docMk/>
            <pc:sldMk cId="1992626552" sldId="2145706687"/>
            <ac:spMk id="59" creationId="{3497CA79-FA14-2153-A308-D2A91BB92F85}"/>
          </ac:spMkLst>
        </pc:spChg>
        <pc:spChg chg="mod">
          <ac:chgData name="Coughlan, Bianca" userId="S::bianca.coughlan@capgemini.com::e9822bdd-2df9-476c-91fe-8d55068d46e0" providerId="AD" clId="Web-{0303FFE3-419E-6600-6B63-B233A52A3501}" dt="2026-05-13T17:32:38.543" v="292" actId="1076"/>
          <ac:spMkLst>
            <pc:docMk/>
            <pc:sldMk cId="1992626552" sldId="2145706687"/>
            <ac:spMk id="108" creationId="{582CEEF4-1B19-C115-56D3-77174DA3347E}"/>
          </ac:spMkLst>
        </pc:spChg>
        <pc:spChg chg="mod">
          <ac:chgData name="Coughlan, Bianca" userId="S::bianca.coughlan@capgemini.com::e9822bdd-2df9-476c-91fe-8d55068d46e0" providerId="AD" clId="Web-{0303FFE3-419E-6600-6B63-B233A52A3501}" dt="2026-05-13T17:32:48.434" v="293" actId="1076"/>
          <ac:spMkLst>
            <pc:docMk/>
            <pc:sldMk cId="1992626552" sldId="2145706687"/>
            <ac:spMk id="109" creationId="{263D77BC-3942-413E-83E7-AAB8444DC41D}"/>
          </ac:spMkLst>
        </pc:spChg>
        <pc:spChg chg="mod">
          <ac:chgData name="Coughlan, Bianca" userId="S::bianca.coughlan@capgemini.com::e9822bdd-2df9-476c-91fe-8d55068d46e0" providerId="AD" clId="Web-{0303FFE3-419E-6600-6B63-B233A52A3501}" dt="2026-05-13T17:32:01.635" v="288" actId="1076"/>
          <ac:spMkLst>
            <pc:docMk/>
            <pc:sldMk cId="1992626552" sldId="2145706687"/>
            <ac:spMk id="127" creationId="{B960B945-FF80-375E-DD5C-8F6A82D19B4A}"/>
          </ac:spMkLst>
        </pc:spChg>
        <pc:spChg chg="mod">
          <ac:chgData name="Coughlan, Bianca" userId="S::bianca.coughlan@capgemini.com::e9822bdd-2df9-476c-91fe-8d55068d46e0" providerId="AD" clId="Web-{0303FFE3-419E-6600-6B63-B233A52A3501}" dt="2026-05-13T17:37:26.317" v="326" actId="1076"/>
          <ac:spMkLst>
            <pc:docMk/>
            <pc:sldMk cId="1992626552" sldId="2145706687"/>
            <ac:spMk id="131" creationId="{69798EF9-7C91-DF1A-1B1A-ABF753942783}"/>
          </ac:spMkLst>
        </pc:spChg>
        <pc:spChg chg="mod">
          <ac:chgData name="Coughlan, Bianca" userId="S::bianca.coughlan@capgemini.com::e9822bdd-2df9-476c-91fe-8d55068d46e0" providerId="AD" clId="Web-{0303FFE3-419E-6600-6B63-B233A52A3501}" dt="2026-05-13T17:37:09.660" v="325" actId="1076"/>
          <ac:spMkLst>
            <pc:docMk/>
            <pc:sldMk cId="1992626552" sldId="2145706687"/>
            <ac:spMk id="132" creationId="{271CA466-FED0-2F49-8599-24CFBD3FFD45}"/>
          </ac:spMkLst>
        </pc:spChg>
        <pc:spChg chg="mod">
          <ac:chgData name="Coughlan, Bianca" userId="S::bianca.coughlan@capgemini.com::e9822bdd-2df9-476c-91fe-8d55068d46e0" providerId="AD" clId="Web-{0303FFE3-419E-6600-6B63-B233A52A3501}" dt="2026-05-13T17:32:01.573" v="287" actId="1076"/>
          <ac:spMkLst>
            <pc:docMk/>
            <pc:sldMk cId="1992626552" sldId="2145706687"/>
            <ac:spMk id="140" creationId="{05816539-6F5D-FBE3-376A-90D6BE0D1561}"/>
          </ac:spMkLst>
        </pc:spChg>
        <pc:spChg chg="mod">
          <ac:chgData name="Coughlan, Bianca" userId="S::bianca.coughlan@capgemini.com::e9822bdd-2df9-476c-91fe-8d55068d46e0" providerId="AD" clId="Web-{0303FFE3-419E-6600-6B63-B233A52A3501}" dt="2026-05-13T17:10:50.872" v="139" actId="1076"/>
          <ac:spMkLst>
            <pc:docMk/>
            <pc:sldMk cId="1992626552" sldId="2145706687"/>
            <ac:spMk id="154" creationId="{CDA1E25E-FD71-E7F4-D15C-D1979650C6F7}"/>
          </ac:spMkLst>
        </pc:spChg>
        <pc:spChg chg="mod">
          <ac:chgData name="Coughlan, Bianca" userId="S::bianca.coughlan@capgemini.com::e9822bdd-2df9-476c-91fe-8d55068d46e0" providerId="AD" clId="Web-{0303FFE3-419E-6600-6B63-B233A52A3501}" dt="2026-05-13T17:10:50.981" v="140" actId="1076"/>
          <ac:spMkLst>
            <pc:docMk/>
            <pc:sldMk cId="1992626552" sldId="2145706687"/>
            <ac:spMk id="157" creationId="{B73E4C61-3EB9-7344-FD5A-6BA4C6D93F64}"/>
          </ac:spMkLst>
        </pc:spChg>
        <pc:spChg chg="mod">
          <ac:chgData name="Coughlan, Bianca" userId="S::bianca.coughlan@capgemini.com::e9822bdd-2df9-476c-91fe-8d55068d46e0" providerId="AD" clId="Web-{0303FFE3-419E-6600-6B63-B233A52A3501}" dt="2026-05-13T17:20:25.592" v="210" actId="1076"/>
          <ac:spMkLst>
            <pc:docMk/>
            <pc:sldMk cId="1992626552" sldId="2145706687"/>
            <ac:spMk id="274" creationId="{71003F20-B8E8-9374-869B-A857AA0834CC}"/>
          </ac:spMkLst>
        </pc:spChg>
        <pc:spChg chg="add del mod">
          <ac:chgData name="Coughlan, Bianca" userId="S::bianca.coughlan@capgemini.com::e9822bdd-2df9-476c-91fe-8d55068d46e0" providerId="AD" clId="Web-{0303FFE3-419E-6600-6B63-B233A52A3501}" dt="2026-05-13T17:45:09.086" v="364"/>
          <ac:spMkLst>
            <pc:docMk/>
            <pc:sldMk cId="1992626552" sldId="2145706687"/>
            <ac:spMk id="318" creationId="{F60B7213-2166-6F0B-76E7-2DF36EB64A0F}"/>
          </ac:spMkLst>
        </pc:spChg>
        <pc:spChg chg="mod">
          <ac:chgData name="Coughlan, Bianca" userId="S::bianca.coughlan@capgemini.com::e9822bdd-2df9-476c-91fe-8d55068d46e0" providerId="AD" clId="Web-{0303FFE3-419E-6600-6B63-B233A52A3501}" dt="2026-05-13T17:30:39.070" v="277" actId="1076"/>
          <ac:spMkLst>
            <pc:docMk/>
            <pc:sldMk cId="1992626552" sldId="2145706687"/>
            <ac:spMk id="328" creationId="{9CD0D830-287B-44BF-4BAA-D433295E0C4D}"/>
          </ac:spMkLst>
        </pc:spChg>
        <pc:spChg chg="mod">
          <ac:chgData name="Coughlan, Bianca" userId="S::bianca.coughlan@capgemini.com::e9822bdd-2df9-476c-91fe-8d55068d46e0" providerId="AD" clId="Web-{0303FFE3-419E-6600-6B63-B233A52A3501}" dt="2026-05-13T17:36:17.658" v="323" actId="1076"/>
          <ac:spMkLst>
            <pc:docMk/>
            <pc:sldMk cId="1992626552" sldId="2145706687"/>
            <ac:spMk id="332" creationId="{DD2AD3A7-EEA9-5061-77A6-CCB32A8179AB}"/>
          </ac:spMkLst>
        </pc:spChg>
        <pc:spChg chg="mod">
          <ac:chgData name="Coughlan, Bianca" userId="S::bianca.coughlan@capgemini.com::e9822bdd-2df9-476c-91fe-8d55068d46e0" providerId="AD" clId="Web-{0303FFE3-419E-6600-6B63-B233A52A3501}" dt="2026-05-13T17:23:56.477" v="233" actId="1076"/>
          <ac:spMkLst>
            <pc:docMk/>
            <pc:sldMk cId="1992626552" sldId="2145706687"/>
            <ac:spMk id="358" creationId="{D7CEB8C0-7129-A5F0-0405-8D2FDC58B76F}"/>
          </ac:spMkLst>
        </pc:spChg>
        <pc:spChg chg="mod">
          <ac:chgData name="Coughlan, Bianca" userId="S::bianca.coughlan@capgemini.com::e9822bdd-2df9-476c-91fe-8d55068d46e0" providerId="AD" clId="Web-{0303FFE3-419E-6600-6B63-B233A52A3501}" dt="2026-05-13T17:20:40.483" v="211" actId="1076"/>
          <ac:spMkLst>
            <pc:docMk/>
            <pc:sldMk cId="1992626552" sldId="2145706687"/>
            <ac:spMk id="359" creationId="{1ED1306C-19E4-B0A3-EB09-5E71A02A70B1}"/>
          </ac:spMkLst>
        </pc:spChg>
        <pc:spChg chg="mod">
          <ac:chgData name="Coughlan, Bianca" userId="S::bianca.coughlan@capgemini.com::e9822bdd-2df9-476c-91fe-8d55068d46e0" providerId="AD" clId="Web-{0303FFE3-419E-6600-6B63-B233A52A3501}" dt="2026-05-13T17:34:09.889" v="308" actId="1076"/>
          <ac:spMkLst>
            <pc:docMk/>
            <pc:sldMk cId="1992626552" sldId="2145706687"/>
            <ac:spMk id="382" creationId="{469E76D1-2973-0FBD-8D8E-B6A92E714128}"/>
          </ac:spMkLst>
        </pc:spChg>
        <pc:spChg chg="mod">
          <ac:chgData name="Coughlan, Bianca" userId="S::bianca.coughlan@capgemini.com::e9822bdd-2df9-476c-91fe-8d55068d46e0" providerId="AD" clId="Web-{0303FFE3-419E-6600-6B63-B233A52A3501}" dt="2026-05-13T17:15:22.302" v="177" actId="1076"/>
          <ac:spMkLst>
            <pc:docMk/>
            <pc:sldMk cId="1992626552" sldId="2145706687"/>
            <ac:spMk id="400" creationId="{C30F76DB-C63A-C22F-B3F6-D1C18F5C4914}"/>
          </ac:spMkLst>
        </pc:spChg>
        <pc:spChg chg="mod">
          <ac:chgData name="Coughlan, Bianca" userId="S::bianca.coughlan@capgemini.com::e9822bdd-2df9-476c-91fe-8d55068d46e0" providerId="AD" clId="Web-{0303FFE3-419E-6600-6B63-B233A52A3501}" dt="2026-05-13T17:33:52.514" v="306" actId="1076"/>
          <ac:spMkLst>
            <pc:docMk/>
            <pc:sldMk cId="1992626552" sldId="2145706687"/>
            <ac:spMk id="462" creationId="{4458BE2A-8144-9C7F-862F-E1BE56F660D3}"/>
          </ac:spMkLst>
        </pc:spChg>
        <pc:spChg chg="mod">
          <ac:chgData name="Coughlan, Bianca" userId="S::bianca.coughlan@capgemini.com::e9822bdd-2df9-476c-91fe-8d55068d46e0" providerId="AD" clId="Web-{0303FFE3-419E-6600-6B63-B233A52A3501}" dt="2026-05-13T17:24:36.557" v="236" actId="1076"/>
          <ac:spMkLst>
            <pc:docMk/>
            <pc:sldMk cId="1992626552" sldId="2145706687"/>
            <ac:spMk id="463" creationId="{C4500D0A-2BC2-540C-1700-7A823814D839}"/>
          </ac:spMkLst>
        </pc:spChg>
        <pc:spChg chg="mod">
          <ac:chgData name="Coughlan, Bianca" userId="S::bianca.coughlan@capgemini.com::e9822bdd-2df9-476c-91fe-8d55068d46e0" providerId="AD" clId="Web-{0303FFE3-419E-6600-6B63-B233A52A3501}" dt="2026-05-13T17:34:42.968" v="314" actId="1076"/>
          <ac:spMkLst>
            <pc:docMk/>
            <pc:sldMk cId="1992626552" sldId="2145706687"/>
            <ac:spMk id="465" creationId="{9BD57C74-EB67-9C24-D2A7-5D116CBC2DA7}"/>
          </ac:spMkLst>
        </pc:spChg>
        <pc:grpChg chg="add mod">
          <ac:chgData name="Coughlan, Bianca" userId="S::bianca.coughlan@capgemini.com::e9822bdd-2df9-476c-91fe-8d55068d46e0" providerId="AD" clId="Web-{0303FFE3-419E-6600-6B63-B233A52A3501}" dt="2026-05-13T17:37:42.692" v="330" actId="1076"/>
          <ac:grpSpMkLst>
            <pc:docMk/>
            <pc:sldMk cId="1992626552" sldId="2145706687"/>
            <ac:grpSpMk id="16" creationId="{A5FCB836-EF87-3C08-D2CF-DADFD7E4CD76}"/>
          </ac:grpSpMkLst>
        </pc:grpChg>
        <pc:grpChg chg="mod">
          <ac:chgData name="Coughlan, Bianca" userId="S::bianca.coughlan@capgemini.com::e9822bdd-2df9-476c-91fe-8d55068d46e0" providerId="AD" clId="Web-{0303FFE3-419E-6600-6B63-B233A52A3501}" dt="2026-05-13T17:26:03.904" v="245" actId="1076"/>
          <ac:grpSpMkLst>
            <pc:docMk/>
            <pc:sldMk cId="1992626552" sldId="2145706687"/>
            <ac:grpSpMk id="57" creationId="{179DF73D-88F6-EC41-D173-34C822D49D4B}"/>
          </ac:grpSpMkLst>
        </pc:grpChg>
        <pc:grpChg chg="mod">
          <ac:chgData name="Coughlan, Bianca" userId="S::bianca.coughlan@capgemini.com::e9822bdd-2df9-476c-91fe-8d55068d46e0" providerId="AD" clId="Web-{0303FFE3-419E-6600-6B63-B233A52A3501}" dt="2026-05-13T17:36:00.955" v="322" actId="1076"/>
          <ac:grpSpMkLst>
            <pc:docMk/>
            <pc:sldMk cId="1992626552" sldId="2145706687"/>
            <ac:grpSpMk id="65" creationId="{23A8D377-B7B6-DA9F-B17E-1DE377C17E86}"/>
          </ac:grpSpMkLst>
        </pc:grpChg>
        <pc:grpChg chg="mod">
          <ac:chgData name="Coughlan, Bianca" userId="S::bianca.coughlan@capgemini.com::e9822bdd-2df9-476c-91fe-8d55068d46e0" providerId="AD" clId="Web-{0303FFE3-419E-6600-6B63-B233A52A3501}" dt="2026-05-13T17:43:18.410" v="352" actId="1076"/>
          <ac:grpSpMkLst>
            <pc:docMk/>
            <pc:sldMk cId="1992626552" sldId="2145706687"/>
            <ac:grpSpMk id="69" creationId="{F9769729-1612-0ED9-904A-17AA78F2BBE8}"/>
          </ac:grpSpMkLst>
        </pc:grpChg>
        <pc:grpChg chg="mod">
          <ac:chgData name="Coughlan, Bianca" userId="S::bianca.coughlan@capgemini.com::e9822bdd-2df9-476c-91fe-8d55068d46e0" providerId="AD" clId="Web-{0303FFE3-419E-6600-6B63-B233A52A3501}" dt="2026-05-13T17:37:26.411" v="327" actId="1076"/>
          <ac:grpSpMkLst>
            <pc:docMk/>
            <pc:sldMk cId="1992626552" sldId="2145706687"/>
            <ac:grpSpMk id="136" creationId="{88F1EA0B-87A1-787E-7440-DD355D7478C7}"/>
          </ac:grpSpMkLst>
        </pc:grpChg>
        <pc:grpChg chg="mod">
          <ac:chgData name="Coughlan, Bianca" userId="S::bianca.coughlan@capgemini.com::e9822bdd-2df9-476c-91fe-8d55068d46e0" providerId="AD" clId="Web-{0303FFE3-419E-6600-6B63-B233A52A3501}" dt="2026-05-13T17:10:51.200" v="143" actId="1076"/>
          <ac:grpSpMkLst>
            <pc:docMk/>
            <pc:sldMk cId="1992626552" sldId="2145706687"/>
            <ac:grpSpMk id="252" creationId="{1C763E58-E2DF-EDBD-9A3E-A688EC1E43D8}"/>
          </ac:grpSpMkLst>
        </pc:grpChg>
        <pc:grpChg chg="mod">
          <ac:chgData name="Coughlan, Bianca" userId="S::bianca.coughlan@capgemini.com::e9822bdd-2df9-476c-91fe-8d55068d46e0" providerId="AD" clId="Web-{0303FFE3-419E-6600-6B63-B233A52A3501}" dt="2026-05-13T17:10:51.247" v="144" actId="1076"/>
          <ac:grpSpMkLst>
            <pc:docMk/>
            <pc:sldMk cId="1992626552" sldId="2145706687"/>
            <ac:grpSpMk id="255" creationId="{21D83A4A-B1E4-6B70-2D81-100E00DBF270}"/>
          </ac:grpSpMkLst>
        </pc:grpChg>
        <pc:grpChg chg="mod">
          <ac:chgData name="Coughlan, Bianca" userId="S::bianca.coughlan@capgemini.com::e9822bdd-2df9-476c-91fe-8d55068d46e0" providerId="AD" clId="Web-{0303FFE3-419E-6600-6B63-B233A52A3501}" dt="2026-05-13T17:10:51.309" v="145" actId="1076"/>
          <ac:grpSpMkLst>
            <pc:docMk/>
            <pc:sldMk cId="1992626552" sldId="2145706687"/>
            <ac:grpSpMk id="258" creationId="{060265F4-CD6A-B694-E711-DF49249AA437}"/>
          </ac:grpSpMkLst>
        </pc:grpChg>
        <pc:grpChg chg="mod">
          <ac:chgData name="Coughlan, Bianca" userId="S::bianca.coughlan@capgemini.com::e9822bdd-2df9-476c-91fe-8d55068d46e0" providerId="AD" clId="Web-{0303FFE3-419E-6600-6B63-B233A52A3501}" dt="2026-05-13T17:37:26.504" v="328" actId="1076"/>
          <ac:grpSpMkLst>
            <pc:docMk/>
            <pc:sldMk cId="1992626552" sldId="2145706687"/>
            <ac:grpSpMk id="270" creationId="{05BE1660-17F6-739A-A1E1-87DB5DFFC0D7}"/>
          </ac:grpSpMkLst>
        </pc:grpChg>
        <pc:grpChg chg="mod">
          <ac:chgData name="Coughlan, Bianca" userId="S::bianca.coughlan@capgemini.com::e9822bdd-2df9-476c-91fe-8d55068d46e0" providerId="AD" clId="Web-{0303FFE3-419E-6600-6B63-B233A52A3501}" dt="2026-05-13T17:34:27.468" v="313" actId="1076"/>
          <ac:grpSpMkLst>
            <pc:docMk/>
            <pc:sldMk cId="1992626552" sldId="2145706687"/>
            <ac:grpSpMk id="376" creationId="{57EF049B-4CF1-45DA-B0F8-1F0F8CD8A9E6}"/>
          </ac:grpSpMkLst>
        </pc:grpChg>
        <pc:grpChg chg="mod">
          <ac:chgData name="Coughlan, Bianca" userId="S::bianca.coughlan@capgemini.com::e9822bdd-2df9-476c-91fe-8d55068d46e0" providerId="AD" clId="Web-{0303FFE3-419E-6600-6B63-B233A52A3501}" dt="2026-05-13T17:34:09.998" v="310" actId="1076"/>
          <ac:grpSpMkLst>
            <pc:docMk/>
            <pc:sldMk cId="1992626552" sldId="2145706687"/>
            <ac:grpSpMk id="386" creationId="{1C370D37-767C-AB04-E904-E89D2799202D}"/>
          </ac:grpSpMkLst>
        </pc:grpChg>
        <pc:grpChg chg="mod">
          <ac:chgData name="Coughlan, Bianca" userId="S::bianca.coughlan@capgemini.com::e9822bdd-2df9-476c-91fe-8d55068d46e0" providerId="AD" clId="Web-{0303FFE3-419E-6600-6B63-B233A52A3501}" dt="2026-05-13T17:34:10.045" v="311" actId="1076"/>
          <ac:grpSpMkLst>
            <pc:docMk/>
            <pc:sldMk cId="1992626552" sldId="2145706687"/>
            <ac:grpSpMk id="389" creationId="{4BA0659D-D4E4-FD8F-7D56-2D5305F4849A}"/>
          </ac:grpSpMkLst>
        </pc:grpChg>
        <pc:picChg chg="mod">
          <ac:chgData name="Coughlan, Bianca" userId="S::bianca.coughlan@capgemini.com::e9822bdd-2df9-476c-91fe-8d55068d46e0" providerId="AD" clId="Web-{0303FFE3-419E-6600-6B63-B233A52A3501}" dt="2026-05-13T17:14:08.925" v="170" actId="1076"/>
          <ac:picMkLst>
            <pc:docMk/>
            <pc:sldMk cId="1992626552" sldId="2145706687"/>
            <ac:picMk id="378" creationId="{AB11A0EC-66B4-AF18-E0E4-4FFD9B6735BA}"/>
          </ac:picMkLst>
        </pc:picChg>
        <pc:cxnChg chg="add mod">
          <ac:chgData name="Coughlan, Bianca" userId="S::bianca.coughlan@capgemini.com::e9822bdd-2df9-476c-91fe-8d55068d46e0" providerId="AD" clId="Web-{0303FFE3-419E-6600-6B63-B233A52A3501}" dt="2026-05-13T17:27:11.735" v="253" actId="14100"/>
          <ac:cxnSpMkLst>
            <pc:docMk/>
            <pc:sldMk cId="1992626552" sldId="2145706687"/>
            <ac:cxnSpMk id="11" creationId="{F00138BA-8F37-EF7D-DBBE-B6D0AFC3B7B1}"/>
          </ac:cxnSpMkLst>
        </pc:cxnChg>
        <pc:cxnChg chg="mod">
          <ac:chgData name="Coughlan, Bianca" userId="S::bianca.coughlan@capgemini.com::e9822bdd-2df9-476c-91fe-8d55068d46e0" providerId="AD" clId="Web-{0303FFE3-419E-6600-6B63-B233A52A3501}" dt="2026-05-13T17:43:47.068" v="355" actId="14100"/>
          <ac:cxnSpMkLst>
            <pc:docMk/>
            <pc:sldMk cId="1992626552" sldId="2145706687"/>
            <ac:cxnSpMk id="62" creationId="{E120B02C-7531-F016-6239-0B055E2EFEC2}"/>
          </ac:cxnSpMkLst>
        </pc:cxnChg>
        <pc:cxnChg chg="mod">
          <ac:chgData name="Coughlan, Bianca" userId="S::bianca.coughlan@capgemini.com::e9822bdd-2df9-476c-91fe-8d55068d46e0" providerId="AD" clId="Web-{0303FFE3-419E-6600-6B63-B233A52A3501}" dt="2026-05-13T17:28:11.409" v="256" actId="14100"/>
          <ac:cxnSpMkLst>
            <pc:docMk/>
            <pc:sldMk cId="1992626552" sldId="2145706687"/>
            <ac:cxnSpMk id="79" creationId="{421B6720-EC77-63FD-E1B8-059D30B614AD}"/>
          </ac:cxnSpMkLst>
        </pc:cxnChg>
        <pc:cxnChg chg="mod">
          <ac:chgData name="Coughlan, Bianca" userId="S::bianca.coughlan@capgemini.com::e9822bdd-2df9-476c-91fe-8d55068d46e0" providerId="AD" clId="Web-{0303FFE3-419E-6600-6B63-B233A52A3501}" dt="2026-05-13T17:03:11.008" v="13" actId="1076"/>
          <ac:cxnSpMkLst>
            <pc:docMk/>
            <pc:sldMk cId="1992626552" sldId="2145706687"/>
            <ac:cxnSpMk id="95" creationId="{028F8982-267F-8F19-EF4D-E1457E04B8D5}"/>
          </ac:cxnSpMkLst>
        </pc:cxnChg>
        <pc:cxnChg chg="add del mod">
          <ac:chgData name="Coughlan, Bianca" userId="S::bianca.coughlan@capgemini.com::e9822bdd-2df9-476c-91fe-8d55068d46e0" providerId="AD" clId="Web-{0303FFE3-419E-6600-6B63-B233A52A3501}" dt="2026-05-13T17:45:09.086" v="365"/>
          <ac:cxnSpMkLst>
            <pc:docMk/>
            <pc:sldMk cId="1992626552" sldId="2145706687"/>
            <ac:cxnSpMk id="133" creationId="{2D95E677-79E9-D557-8E0D-DFD3890ADDFC}"/>
          </ac:cxnSpMkLst>
        </pc:cxnChg>
        <pc:cxnChg chg="mod">
          <ac:chgData name="Coughlan, Bianca" userId="S::bianca.coughlan@capgemini.com::e9822bdd-2df9-476c-91fe-8d55068d46e0" providerId="AD" clId="Web-{0303FFE3-419E-6600-6B63-B233A52A3501}" dt="2026-05-13T17:37:26.504" v="328" actId="1076"/>
          <ac:cxnSpMkLst>
            <pc:docMk/>
            <pc:sldMk cId="1992626552" sldId="2145706687"/>
            <ac:cxnSpMk id="135" creationId="{35098047-2ECE-E92F-D628-C041C17B0591}"/>
          </ac:cxnSpMkLst>
        </pc:cxnChg>
        <pc:cxnChg chg="mod">
          <ac:chgData name="Coughlan, Bianca" userId="S::bianca.coughlan@capgemini.com::e9822bdd-2df9-476c-91fe-8d55068d46e0" providerId="AD" clId="Web-{0303FFE3-419E-6600-6B63-B233A52A3501}" dt="2026-05-13T17:12:27.172" v="154" actId="1076"/>
          <ac:cxnSpMkLst>
            <pc:docMk/>
            <pc:sldMk cId="1992626552" sldId="2145706687"/>
            <ac:cxnSpMk id="155" creationId="{09B4A515-47F4-89D4-FB90-760516822F1F}"/>
          </ac:cxnSpMkLst>
        </pc:cxnChg>
        <pc:cxnChg chg="mod">
          <ac:chgData name="Coughlan, Bianca" userId="S::bianca.coughlan@capgemini.com::e9822bdd-2df9-476c-91fe-8d55068d46e0" providerId="AD" clId="Web-{0303FFE3-419E-6600-6B63-B233A52A3501}" dt="2026-05-13T17:12:00.296" v="151" actId="1076"/>
          <ac:cxnSpMkLst>
            <pc:docMk/>
            <pc:sldMk cId="1992626552" sldId="2145706687"/>
            <ac:cxnSpMk id="156" creationId="{0FC6BC54-943A-2A58-96F9-9AB5080524DC}"/>
          </ac:cxnSpMkLst>
        </pc:cxnChg>
        <pc:cxnChg chg="mod">
          <ac:chgData name="Coughlan, Bianca" userId="S::bianca.coughlan@capgemini.com::e9822bdd-2df9-476c-91fe-8d55068d46e0" providerId="AD" clId="Web-{0303FFE3-419E-6600-6B63-B233A52A3501}" dt="2026-05-13T17:10:51.028" v="141" actId="1076"/>
          <ac:cxnSpMkLst>
            <pc:docMk/>
            <pc:sldMk cId="1992626552" sldId="2145706687"/>
            <ac:cxnSpMk id="158" creationId="{77127E46-A57C-8C4A-4931-1D50CBBDB88B}"/>
          </ac:cxnSpMkLst>
        </pc:cxnChg>
        <pc:cxnChg chg="mod">
          <ac:chgData name="Coughlan, Bianca" userId="S::bianca.coughlan@capgemini.com::e9822bdd-2df9-476c-91fe-8d55068d46e0" providerId="AD" clId="Web-{0303FFE3-419E-6600-6B63-B233A52A3501}" dt="2026-05-13T17:12:18.640" v="153" actId="1076"/>
          <ac:cxnSpMkLst>
            <pc:docMk/>
            <pc:sldMk cId="1992626552" sldId="2145706687"/>
            <ac:cxnSpMk id="162" creationId="{5B2056EF-8EEE-95A9-2A35-96D414A2AF13}"/>
          </ac:cxnSpMkLst>
        </pc:cxnChg>
        <pc:cxnChg chg="mod">
          <ac:chgData name="Coughlan, Bianca" userId="S::bianca.coughlan@capgemini.com::e9822bdd-2df9-476c-91fe-8d55068d46e0" providerId="AD" clId="Web-{0303FFE3-419E-6600-6B63-B233A52A3501}" dt="2026-05-13T17:30:39.070" v="277" actId="1076"/>
          <ac:cxnSpMkLst>
            <pc:docMk/>
            <pc:sldMk cId="1992626552" sldId="2145706687"/>
            <ac:cxnSpMk id="327" creationId="{C035C163-AC33-C7B6-CC22-77DF8D4130AF}"/>
          </ac:cxnSpMkLst>
        </pc:cxnChg>
        <pc:cxnChg chg="mod ord">
          <ac:chgData name="Coughlan, Bianca" userId="S::bianca.coughlan@capgemini.com::e9822bdd-2df9-476c-91fe-8d55068d46e0" providerId="AD" clId="Web-{0303FFE3-419E-6600-6B63-B233A52A3501}" dt="2026-05-13T17:24:07.978" v="234"/>
          <ac:cxnSpMkLst>
            <pc:docMk/>
            <pc:sldMk cId="1992626552" sldId="2145706687"/>
            <ac:cxnSpMk id="360" creationId="{8AC0DA39-D29D-8823-E00C-07C5984DE35C}"/>
          </ac:cxnSpMkLst>
        </pc:cxnChg>
        <pc:cxnChg chg="mod">
          <ac:chgData name="Coughlan, Bianca" userId="S::bianca.coughlan@capgemini.com::e9822bdd-2df9-476c-91fe-8d55068d46e0" providerId="AD" clId="Web-{0303FFE3-419E-6600-6B63-B233A52A3501}" dt="2026-05-13T17:09:03.102" v="134" actId="14100"/>
          <ac:cxnSpMkLst>
            <pc:docMk/>
            <pc:sldMk cId="1992626552" sldId="2145706687"/>
            <ac:cxnSpMk id="363" creationId="{D6A3FFCE-72F7-95DE-0544-37C55AEB88BE}"/>
          </ac:cxnSpMkLst>
        </pc:cxnChg>
        <pc:cxnChg chg="mod">
          <ac:chgData name="Coughlan, Bianca" userId="S::bianca.coughlan@capgemini.com::e9822bdd-2df9-476c-91fe-8d55068d46e0" providerId="AD" clId="Web-{0303FFE3-419E-6600-6B63-B233A52A3501}" dt="2026-05-13T17:34:27.468" v="313" actId="1076"/>
          <ac:cxnSpMkLst>
            <pc:docMk/>
            <pc:sldMk cId="1992626552" sldId="2145706687"/>
            <ac:cxnSpMk id="380" creationId="{74168824-BA84-55D4-253B-79CCC953C9D9}"/>
          </ac:cxnSpMkLst>
        </pc:cxnChg>
        <pc:cxnChg chg="mod">
          <ac:chgData name="Coughlan, Bianca" userId="S::bianca.coughlan@capgemini.com::e9822bdd-2df9-476c-91fe-8d55068d46e0" providerId="AD" clId="Web-{0303FFE3-419E-6600-6B63-B233A52A3501}" dt="2026-05-13T17:34:09.936" v="309" actId="1076"/>
          <ac:cxnSpMkLst>
            <pc:docMk/>
            <pc:sldMk cId="1992626552" sldId="2145706687"/>
            <ac:cxnSpMk id="384" creationId="{3B18787D-678A-0E4B-63A7-32434E9F5A55}"/>
          </ac:cxnSpMkLst>
        </pc:cxnChg>
        <pc:cxnChg chg="mod">
          <ac:chgData name="Coughlan, Bianca" userId="S::bianca.coughlan@capgemini.com::e9822bdd-2df9-476c-91fe-8d55068d46e0" providerId="AD" clId="Web-{0303FFE3-419E-6600-6B63-B233A52A3501}" dt="2026-05-13T17:34:10.092" v="312" actId="1076"/>
          <ac:cxnSpMkLst>
            <pc:docMk/>
            <pc:sldMk cId="1992626552" sldId="2145706687"/>
            <ac:cxnSpMk id="393" creationId="{2567A628-08D1-A873-2234-EA758419EA96}"/>
          </ac:cxnSpMkLst>
        </pc:cxnChg>
      </pc:sldChg>
    </pc:docChg>
  </pc:docChgLst>
  <pc:docChgLst>
    <pc:chgData name="Coughlan, Bianca" userId="S::bianca.coughlan@capgemini.com::e9822bdd-2df9-476c-91fe-8d55068d46e0" providerId="AD" clId="Web-{86A28411-8A7F-BA9B-01AA-775583A78190}"/>
    <pc:docChg chg="addSld delSld modSld modSection">
      <pc:chgData name="Coughlan, Bianca" userId="S::bianca.coughlan@capgemini.com::e9822bdd-2df9-476c-91fe-8d55068d46e0" providerId="AD" clId="Web-{86A28411-8A7F-BA9B-01AA-775583A78190}" dt="2026-05-13T14:22:48.515" v="10"/>
      <pc:docMkLst>
        <pc:docMk/>
      </pc:docMkLst>
      <pc:sldChg chg="modSp">
        <pc:chgData name="Coughlan, Bianca" userId="S::bianca.coughlan@capgemini.com::e9822bdd-2df9-476c-91fe-8d55068d46e0" providerId="AD" clId="Web-{86A28411-8A7F-BA9B-01AA-775583A78190}" dt="2026-05-13T14:22:00.045" v="6" actId="1076"/>
        <pc:sldMkLst>
          <pc:docMk/>
          <pc:sldMk cId="2848368413" sldId="2145706679"/>
        </pc:sldMkLst>
        <pc:spChg chg="mod">
          <ac:chgData name="Coughlan, Bianca" userId="S::bianca.coughlan@capgemini.com::e9822bdd-2df9-476c-91fe-8d55068d46e0" providerId="AD" clId="Web-{86A28411-8A7F-BA9B-01AA-775583A78190}" dt="2026-05-13T14:22:00.045" v="6" actId="1076"/>
          <ac:spMkLst>
            <pc:docMk/>
            <pc:sldMk cId="2848368413" sldId="2145706679"/>
            <ac:spMk id="70" creationId="{8481D4B7-10D6-CC49-56CC-B2F0469A769C}"/>
          </ac:spMkLst>
        </pc:spChg>
        <pc:grpChg chg="mod">
          <ac:chgData name="Coughlan, Bianca" userId="S::bianca.coughlan@capgemini.com::e9822bdd-2df9-476c-91fe-8d55068d46e0" providerId="AD" clId="Web-{86A28411-8A7F-BA9B-01AA-775583A78190}" dt="2026-05-13T14:21:55.951" v="5" actId="1076"/>
          <ac:grpSpMkLst>
            <pc:docMk/>
            <pc:sldMk cId="2848368413" sldId="2145706679"/>
            <ac:grpSpMk id="67" creationId="{0FA24A92-2D9D-04E6-ED0E-8E49878579CB}"/>
          </ac:grpSpMkLst>
        </pc:grpChg>
      </pc:sldChg>
      <pc:sldChg chg="add">
        <pc:chgData name="Coughlan, Bianca" userId="S::bianca.coughlan@capgemini.com::e9822bdd-2df9-476c-91fe-8d55068d46e0" providerId="AD" clId="Web-{86A28411-8A7F-BA9B-01AA-775583A78190}" dt="2026-05-13T14:22:48.515" v="10"/>
        <pc:sldMkLst>
          <pc:docMk/>
          <pc:sldMk cId="1992626552" sldId="2145706687"/>
        </pc:sldMkLst>
      </pc:sldChg>
    </pc:docChg>
  </pc:docChgLst>
  <pc:docChgLst>
    <pc:chgData name="Coughlan, Bianca" userId="S::bianca.coughlan@capgemini.com::e9822bdd-2df9-476c-91fe-8d55068d46e0" providerId="AD" clId="Web-{A93643AA-9E53-63B4-35E1-11F38D528E90}"/>
    <pc:docChg chg="addSld delSld modSld sldOrd modSection">
      <pc:chgData name="Coughlan, Bianca" userId="S::bianca.coughlan@capgemini.com::e9822bdd-2df9-476c-91fe-8d55068d46e0" providerId="AD" clId="Web-{A93643AA-9E53-63B4-35E1-11F38D528E90}" dt="2026-05-15T13:57:36.987" v="271"/>
      <pc:docMkLst>
        <pc:docMk/>
      </pc:docMkLst>
      <pc:sldChg chg="del">
        <pc:chgData name="Coughlan, Bianca" userId="S::bianca.coughlan@capgemini.com::e9822bdd-2df9-476c-91fe-8d55068d46e0" providerId="AD" clId="Web-{A93643AA-9E53-63B4-35E1-11F38D528E90}" dt="2026-05-15T13:40:56.197" v="264"/>
        <pc:sldMkLst>
          <pc:docMk/>
          <pc:sldMk cId="1790985621" sldId="2145706688"/>
        </pc:sldMkLst>
      </pc:sldChg>
      <pc:sldChg chg="del">
        <pc:chgData name="Coughlan, Bianca" userId="S::bianca.coughlan@capgemini.com::e9822bdd-2df9-476c-91fe-8d55068d46e0" providerId="AD" clId="Web-{A93643AA-9E53-63B4-35E1-11F38D528E90}" dt="2026-05-15T13:57:30.346" v="269"/>
        <pc:sldMkLst>
          <pc:docMk/>
          <pc:sldMk cId="867307037" sldId="2145706690"/>
        </pc:sldMkLst>
      </pc:sldChg>
      <pc:sldChg chg="del">
        <pc:chgData name="Coughlan, Bianca" userId="S::bianca.coughlan@capgemini.com::e9822bdd-2df9-476c-91fe-8d55068d46e0" providerId="AD" clId="Web-{A93643AA-9E53-63B4-35E1-11F38D528E90}" dt="2026-05-15T13:57:25.377" v="267"/>
        <pc:sldMkLst>
          <pc:docMk/>
          <pc:sldMk cId="3755109479" sldId="2145706691"/>
        </pc:sldMkLst>
      </pc:sldChg>
      <pc:sldChg chg="del">
        <pc:chgData name="Coughlan, Bianca" userId="S::bianca.coughlan@capgemini.com::e9822bdd-2df9-476c-91fe-8d55068d46e0" providerId="AD" clId="Web-{A93643AA-9E53-63B4-35E1-11F38D528E90}" dt="2026-05-15T13:57:28.065" v="268"/>
        <pc:sldMkLst>
          <pc:docMk/>
          <pc:sldMk cId="1739443492" sldId="2145706692"/>
        </pc:sldMkLst>
      </pc:sldChg>
      <pc:sldChg chg="addSp delSp modSp del mod setBg modClrScheme chgLayout">
        <pc:chgData name="Coughlan, Bianca" userId="S::bianca.coughlan@capgemini.com::e9822bdd-2df9-476c-91fe-8d55068d46e0" providerId="AD" clId="Web-{A93643AA-9E53-63B4-35E1-11F38D528E90}" dt="2026-05-15T13:57:36.987" v="271"/>
        <pc:sldMkLst>
          <pc:docMk/>
          <pc:sldMk cId="363641827" sldId="2145706693"/>
        </pc:sldMkLst>
        <pc:spChg chg="mod ord">
          <ac:chgData name="Coughlan, Bianca" userId="S::bianca.coughlan@capgemini.com::e9822bdd-2df9-476c-91fe-8d55068d46e0" providerId="AD" clId="Web-{A93643AA-9E53-63B4-35E1-11F38D528E90}" dt="2026-05-15T13:22:52.171" v="47"/>
          <ac:spMkLst>
            <pc:docMk/>
            <pc:sldMk cId="363641827" sldId="2145706693"/>
            <ac:spMk id="2" creationId="{13C46D3B-6CD1-68CB-B5BC-B3E9654F3C51}"/>
          </ac:spMkLst>
        </pc:spChg>
        <pc:spChg chg="mod ord">
          <ac:chgData name="Coughlan, Bianca" userId="S::bianca.coughlan@capgemini.com::e9822bdd-2df9-476c-91fe-8d55068d46e0" providerId="AD" clId="Web-{A93643AA-9E53-63B4-35E1-11F38D528E90}" dt="2026-05-15T13:22:52.171" v="47"/>
          <ac:spMkLst>
            <pc:docMk/>
            <pc:sldMk cId="363641827" sldId="2145706693"/>
            <ac:spMk id="3" creationId="{FAF96622-12D8-F83C-B0CA-99FF5D7F449E}"/>
          </ac:spMkLst>
        </pc:spChg>
        <pc:spChg chg="mod ord">
          <ac:chgData name="Coughlan, Bianca" userId="S::bianca.coughlan@capgemini.com::e9822bdd-2df9-476c-91fe-8d55068d46e0" providerId="AD" clId="Web-{A93643AA-9E53-63B4-35E1-11F38D528E90}" dt="2026-05-15T13:22:52.171" v="47"/>
          <ac:spMkLst>
            <pc:docMk/>
            <pc:sldMk cId="363641827" sldId="2145706693"/>
            <ac:spMk id="4" creationId="{17A04FF7-4622-F92F-525D-DDF88CD2EFB0}"/>
          </ac:spMkLst>
        </pc:spChg>
        <pc:spChg chg="add del">
          <ac:chgData name="Coughlan, Bianca" userId="S::bianca.coughlan@capgemini.com::e9822bdd-2df9-476c-91fe-8d55068d46e0" providerId="AD" clId="Web-{A93643AA-9E53-63B4-35E1-11F38D528E90}" dt="2026-05-15T13:20:23.134" v="9"/>
          <ac:spMkLst>
            <pc:docMk/>
            <pc:sldMk cId="363641827" sldId="2145706693"/>
            <ac:spMk id="9" creationId="{D13C4593-7DD6-A749-EAA2-93F99EE3209B}"/>
          </ac:spMkLst>
        </pc:spChg>
        <pc:spChg chg="add mod">
          <ac:chgData name="Coughlan, Bianca" userId="S::bianca.coughlan@capgemini.com::e9822bdd-2df9-476c-91fe-8d55068d46e0" providerId="AD" clId="Web-{A93643AA-9E53-63B4-35E1-11F38D528E90}" dt="2026-05-15T13:23:07.984" v="49" actId="14100"/>
          <ac:spMkLst>
            <pc:docMk/>
            <pc:sldMk cId="363641827" sldId="2145706693"/>
            <ac:spMk id="10" creationId="{C956C33F-C37F-B5A5-8B20-2F7804BCA232}"/>
          </ac:spMkLst>
        </pc:spChg>
        <pc:spChg chg="add del mod ord">
          <ac:chgData name="Coughlan, Bianca" userId="S::bianca.coughlan@capgemini.com::e9822bdd-2df9-476c-91fe-8d55068d46e0" providerId="AD" clId="Web-{A93643AA-9E53-63B4-35E1-11F38D528E90}" dt="2026-05-15T13:22:52.171" v="47"/>
          <ac:spMkLst>
            <pc:docMk/>
            <pc:sldMk cId="363641827" sldId="2145706693"/>
            <ac:spMk id="11" creationId="{5717FA5A-7572-8F11-7428-278BA9CCDD8C}"/>
          </ac:spMkLst>
        </pc:spChg>
        <pc:spChg chg="add del mod ord">
          <ac:chgData name="Coughlan, Bianca" userId="S::bianca.coughlan@capgemini.com::e9822bdd-2df9-476c-91fe-8d55068d46e0" providerId="AD" clId="Web-{A93643AA-9E53-63B4-35E1-11F38D528E90}" dt="2026-05-15T13:22:52.171" v="47"/>
          <ac:spMkLst>
            <pc:docMk/>
            <pc:sldMk cId="363641827" sldId="2145706693"/>
            <ac:spMk id="12" creationId="{FED246C3-D359-1EB5-604B-F23CD35A8A13}"/>
          </ac:spMkLst>
        </pc:spChg>
        <pc:spChg chg="add del mod ord">
          <ac:chgData name="Coughlan, Bianca" userId="S::bianca.coughlan@capgemini.com::e9822bdd-2df9-476c-91fe-8d55068d46e0" providerId="AD" clId="Web-{A93643AA-9E53-63B4-35E1-11F38D528E90}" dt="2026-05-15T13:22:52.171" v="47"/>
          <ac:spMkLst>
            <pc:docMk/>
            <pc:sldMk cId="363641827" sldId="2145706693"/>
            <ac:spMk id="13" creationId="{90B40F8E-EAF9-8450-D4D9-ACE173087722}"/>
          </ac:spMkLst>
        </pc:spChg>
        <pc:spChg chg="add del mod ord">
          <ac:chgData name="Coughlan, Bianca" userId="S::bianca.coughlan@capgemini.com::e9822bdd-2df9-476c-91fe-8d55068d46e0" providerId="AD" clId="Web-{A93643AA-9E53-63B4-35E1-11F38D528E90}" dt="2026-05-15T13:22:52.171" v="47"/>
          <ac:spMkLst>
            <pc:docMk/>
            <pc:sldMk cId="363641827" sldId="2145706693"/>
            <ac:spMk id="14" creationId="{E07E271C-9E0B-A1D3-773F-87C7978F2DEB}"/>
          </ac:spMkLst>
        </pc:spChg>
        <pc:spChg chg="add del mod ord">
          <ac:chgData name="Coughlan, Bianca" userId="S::bianca.coughlan@capgemini.com::e9822bdd-2df9-476c-91fe-8d55068d46e0" providerId="AD" clId="Web-{A93643AA-9E53-63B4-35E1-11F38D528E90}" dt="2026-05-15T13:22:52.171" v="47"/>
          <ac:spMkLst>
            <pc:docMk/>
            <pc:sldMk cId="363641827" sldId="2145706693"/>
            <ac:spMk id="15" creationId="{31E89D13-AC0E-9BD6-1DBB-32D3BD2D6AB3}"/>
          </ac:spMkLst>
        </pc:spChg>
        <pc:spChg chg="add del mod ord">
          <ac:chgData name="Coughlan, Bianca" userId="S::bianca.coughlan@capgemini.com::e9822bdd-2df9-476c-91fe-8d55068d46e0" providerId="AD" clId="Web-{A93643AA-9E53-63B4-35E1-11F38D528E90}" dt="2026-05-15T13:22:52.171" v="47"/>
          <ac:spMkLst>
            <pc:docMk/>
            <pc:sldMk cId="363641827" sldId="2145706693"/>
            <ac:spMk id="16" creationId="{182E2725-F1B5-E44C-827D-FBC6CD784AE3}"/>
          </ac:spMkLst>
        </pc:spChg>
        <pc:spChg chg="add del mod ord">
          <ac:chgData name="Coughlan, Bianca" userId="S::bianca.coughlan@capgemini.com::e9822bdd-2df9-476c-91fe-8d55068d46e0" providerId="AD" clId="Web-{A93643AA-9E53-63B4-35E1-11F38D528E90}" dt="2026-05-15T13:22:52.171" v="47"/>
          <ac:spMkLst>
            <pc:docMk/>
            <pc:sldMk cId="363641827" sldId="2145706693"/>
            <ac:spMk id="17" creationId="{A85989E1-29E9-5C2A-B16C-F34F06E4D03D}"/>
          </ac:spMkLst>
        </pc:spChg>
        <pc:picChg chg="del">
          <ac:chgData name="Coughlan, Bianca" userId="S::bianca.coughlan@capgemini.com::e9822bdd-2df9-476c-91fe-8d55068d46e0" providerId="AD" clId="Web-{A93643AA-9E53-63B4-35E1-11F38D528E90}" dt="2026-05-15T13:19:27.741" v="0"/>
          <ac:picMkLst>
            <pc:docMk/>
            <pc:sldMk cId="363641827" sldId="2145706693"/>
            <ac:picMk id="5" creationId="{8F4082F9-7F76-E9C5-6F7E-D2DC8ECAF7FB}"/>
          </ac:picMkLst>
        </pc:picChg>
        <pc:picChg chg="mod">
          <ac:chgData name="Coughlan, Bianca" userId="S::bianca.coughlan@capgemini.com::e9822bdd-2df9-476c-91fe-8d55068d46e0" providerId="AD" clId="Web-{A93643AA-9E53-63B4-35E1-11F38D528E90}" dt="2026-05-15T13:23:39.345" v="52" actId="1076"/>
          <ac:picMkLst>
            <pc:docMk/>
            <pc:sldMk cId="363641827" sldId="2145706693"/>
            <ac:picMk id="6" creationId="{394EE395-396E-AC7F-90BC-7EBD800103BA}"/>
          </ac:picMkLst>
        </pc:picChg>
        <pc:picChg chg="mod">
          <ac:chgData name="Coughlan, Bianca" userId="S::bianca.coughlan@capgemini.com::e9822bdd-2df9-476c-91fe-8d55068d46e0" providerId="AD" clId="Web-{A93643AA-9E53-63B4-35E1-11F38D528E90}" dt="2026-05-15T13:23:46.251" v="53" actId="14100"/>
          <ac:picMkLst>
            <pc:docMk/>
            <pc:sldMk cId="363641827" sldId="2145706693"/>
            <ac:picMk id="7" creationId="{8EB9069B-476C-1D93-4253-70716CA20AF5}"/>
          </ac:picMkLst>
        </pc:picChg>
        <pc:picChg chg="mod">
          <ac:chgData name="Coughlan, Bianca" userId="S::bianca.coughlan@capgemini.com::e9822bdd-2df9-476c-91fe-8d55068d46e0" providerId="AD" clId="Web-{A93643AA-9E53-63B4-35E1-11F38D528E90}" dt="2026-05-15T13:23:37.173" v="51" actId="1076"/>
          <ac:picMkLst>
            <pc:docMk/>
            <pc:sldMk cId="363641827" sldId="2145706693"/>
            <ac:picMk id="8" creationId="{719FB2D6-5A6F-4006-9B68-6F4C4D400EB1}"/>
          </ac:picMkLst>
        </pc:picChg>
      </pc:sldChg>
      <pc:sldChg chg="addSp delSp modSp new del mod ord setBg modClrScheme chgLayout">
        <pc:chgData name="Coughlan, Bianca" userId="S::bianca.coughlan@capgemini.com::e9822bdd-2df9-476c-91fe-8d55068d46e0" providerId="AD" clId="Web-{A93643AA-9E53-63B4-35E1-11F38D528E90}" dt="2026-05-15T13:57:35.675" v="270"/>
        <pc:sldMkLst>
          <pc:docMk/>
          <pc:sldMk cId="2472258377" sldId="2145706694"/>
        </pc:sldMkLst>
        <pc:spChg chg="add del mod ord">
          <ac:chgData name="Coughlan, Bianca" userId="S::bianca.coughlan@capgemini.com::e9822bdd-2df9-476c-91fe-8d55068d46e0" providerId="AD" clId="Web-{A93643AA-9E53-63B4-35E1-11F38D528E90}" dt="2026-05-15T13:26:30.694" v="60"/>
          <ac:spMkLst>
            <pc:docMk/>
            <pc:sldMk cId="2472258377" sldId="2145706694"/>
            <ac:spMk id="2" creationId="{7A3CF30C-574C-9403-549C-19ADDD687BDC}"/>
          </ac:spMkLst>
        </pc:spChg>
        <pc:spChg chg="mod ord modVis">
          <ac:chgData name="Coughlan, Bianca" userId="S::bianca.coughlan@capgemini.com::e9822bdd-2df9-476c-91fe-8d55068d46e0" providerId="AD" clId="Web-{A93643AA-9E53-63B4-35E1-11F38D528E90}" dt="2026-05-15T13:27:59.633" v="64"/>
          <ac:spMkLst>
            <pc:docMk/>
            <pc:sldMk cId="2472258377" sldId="2145706694"/>
            <ac:spMk id="3" creationId="{067A5407-6515-68DF-D1A8-DA6AC2542109}"/>
          </ac:spMkLst>
        </pc:spChg>
        <pc:spChg chg="mod ord">
          <ac:chgData name="Coughlan, Bianca" userId="S::bianca.coughlan@capgemini.com::e9822bdd-2df9-476c-91fe-8d55068d46e0" providerId="AD" clId="Web-{A93643AA-9E53-63B4-35E1-11F38D528E90}" dt="2026-05-15T13:31:50.434" v="173"/>
          <ac:spMkLst>
            <pc:docMk/>
            <pc:sldMk cId="2472258377" sldId="2145706694"/>
            <ac:spMk id="4" creationId="{2FC4AF00-55F4-40CD-6200-5FC1FDC8AB0F}"/>
          </ac:spMkLst>
        </pc:spChg>
        <pc:spChg chg="mod ord modVis">
          <ac:chgData name="Coughlan, Bianca" userId="S::bianca.coughlan@capgemini.com::e9822bdd-2df9-476c-91fe-8d55068d46e0" providerId="AD" clId="Web-{A93643AA-9E53-63B4-35E1-11F38D528E90}" dt="2026-05-15T13:27:59.633" v="64"/>
          <ac:spMkLst>
            <pc:docMk/>
            <pc:sldMk cId="2472258377" sldId="2145706694"/>
            <ac:spMk id="5" creationId="{F57A13D6-9D7B-1E32-F0A9-B7265CA557B0}"/>
          </ac:spMkLst>
        </pc:spChg>
        <pc:spChg chg="add del mod ord">
          <ac:chgData name="Coughlan, Bianca" userId="S::bianca.coughlan@capgemini.com::e9822bdd-2df9-476c-91fe-8d55068d46e0" providerId="AD" clId="Web-{A93643AA-9E53-63B4-35E1-11F38D528E90}" dt="2026-05-15T13:26:30.678" v="59"/>
          <ac:spMkLst>
            <pc:docMk/>
            <pc:sldMk cId="2472258377" sldId="2145706694"/>
            <ac:spMk id="6" creationId="{388A0F0C-D6EC-CD3A-D6E0-8860D2453198}"/>
          </ac:spMkLst>
        </pc:spChg>
        <pc:spChg chg="add del mod ord">
          <ac:chgData name="Coughlan, Bianca" userId="S::bianca.coughlan@capgemini.com::e9822bdd-2df9-476c-91fe-8d55068d46e0" providerId="AD" clId="Web-{A93643AA-9E53-63B4-35E1-11F38D528E90}" dt="2026-05-15T13:26:30.694" v="60"/>
          <ac:spMkLst>
            <pc:docMk/>
            <pc:sldMk cId="2472258377" sldId="2145706694"/>
            <ac:spMk id="7" creationId="{AD3AD478-DEBD-5CA9-1A52-EF5471C3B67E}"/>
          </ac:spMkLst>
        </pc:spChg>
        <pc:spChg chg="add mod ord">
          <ac:chgData name="Coughlan, Bianca" userId="S::bianca.coughlan@capgemini.com::e9822bdd-2df9-476c-91fe-8d55068d46e0" providerId="AD" clId="Web-{A93643AA-9E53-63B4-35E1-11F38D528E90}" dt="2026-05-15T13:40:47.338" v="263" actId="14100"/>
          <ac:spMkLst>
            <pc:docMk/>
            <pc:sldMk cId="2472258377" sldId="2145706694"/>
            <ac:spMk id="10" creationId="{7FB96FA9-C283-6D64-D304-2BD52735B1FC}"/>
          </ac:spMkLst>
        </pc:spChg>
        <pc:spChg chg="add del mod ord">
          <ac:chgData name="Coughlan, Bianca" userId="S::bianca.coughlan@capgemini.com::e9822bdd-2df9-476c-91fe-8d55068d46e0" providerId="AD" clId="Web-{A93643AA-9E53-63B4-35E1-11F38D528E90}" dt="2026-05-15T13:28:40.353" v="74"/>
          <ac:spMkLst>
            <pc:docMk/>
            <pc:sldMk cId="2472258377" sldId="2145706694"/>
            <ac:spMk id="11" creationId="{F14C6693-A57F-DC33-99B2-35AA61A5C2E1}"/>
          </ac:spMkLst>
        </pc:spChg>
        <pc:spChg chg="add del mod ord">
          <ac:chgData name="Coughlan, Bianca" userId="S::bianca.coughlan@capgemini.com::e9822bdd-2df9-476c-91fe-8d55068d46e0" providerId="AD" clId="Web-{A93643AA-9E53-63B4-35E1-11F38D528E90}" dt="2026-05-15T13:28:40.353" v="74"/>
          <ac:spMkLst>
            <pc:docMk/>
            <pc:sldMk cId="2472258377" sldId="2145706694"/>
            <ac:spMk id="12" creationId="{8B19103E-5310-F72A-AFAC-FFCFE48E45C9}"/>
          </ac:spMkLst>
        </pc:spChg>
        <pc:spChg chg="add del mod">
          <ac:chgData name="Coughlan, Bianca" userId="S::bianca.coughlan@capgemini.com::e9822bdd-2df9-476c-91fe-8d55068d46e0" providerId="AD" clId="Web-{A93643AA-9E53-63B4-35E1-11F38D528E90}" dt="2026-05-15T13:28:40.353" v="73"/>
          <ac:spMkLst>
            <pc:docMk/>
            <pc:sldMk cId="2472258377" sldId="2145706694"/>
            <ac:spMk id="14" creationId="{BFAA0148-B3BE-6B32-A281-1C573B52750E}"/>
          </ac:spMkLst>
        </pc:spChg>
        <pc:spChg chg="add del mod">
          <ac:chgData name="Coughlan, Bianca" userId="S::bianca.coughlan@capgemini.com::e9822bdd-2df9-476c-91fe-8d55068d46e0" providerId="AD" clId="Web-{A93643AA-9E53-63B4-35E1-11F38D528E90}" dt="2026-05-15T13:26:30.678" v="59"/>
          <ac:spMkLst>
            <pc:docMk/>
            <pc:sldMk cId="2472258377" sldId="2145706694"/>
            <ac:spMk id="15" creationId="{6B32FD2C-6360-87F1-558D-D930A32E9180}"/>
          </ac:spMkLst>
        </pc:spChg>
        <pc:spChg chg="add del mod">
          <ac:chgData name="Coughlan, Bianca" userId="S::bianca.coughlan@capgemini.com::e9822bdd-2df9-476c-91fe-8d55068d46e0" providerId="AD" clId="Web-{A93643AA-9E53-63B4-35E1-11F38D528E90}" dt="2026-05-15T13:28:40.353" v="73"/>
          <ac:spMkLst>
            <pc:docMk/>
            <pc:sldMk cId="2472258377" sldId="2145706694"/>
            <ac:spMk id="16" creationId="{A2C953EA-A1B6-C1F5-A85C-1BA4B9312A99}"/>
          </ac:spMkLst>
        </pc:spChg>
        <pc:spChg chg="add del mod">
          <ac:chgData name="Coughlan, Bianca" userId="S::bianca.coughlan@capgemini.com::e9822bdd-2df9-476c-91fe-8d55068d46e0" providerId="AD" clId="Web-{A93643AA-9E53-63B4-35E1-11F38D528E90}" dt="2026-05-15T13:26:30.678" v="59"/>
          <ac:spMkLst>
            <pc:docMk/>
            <pc:sldMk cId="2472258377" sldId="2145706694"/>
            <ac:spMk id="17" creationId="{EAF769EB-E295-4D31-3431-7A6B1FCAA2A8}"/>
          </ac:spMkLst>
        </pc:spChg>
        <pc:spChg chg="add del mod">
          <ac:chgData name="Coughlan, Bianca" userId="S::bianca.coughlan@capgemini.com::e9822bdd-2df9-476c-91fe-8d55068d46e0" providerId="AD" clId="Web-{A93643AA-9E53-63B4-35E1-11F38D528E90}" dt="2026-05-15T13:28:40.353" v="73"/>
          <ac:spMkLst>
            <pc:docMk/>
            <pc:sldMk cId="2472258377" sldId="2145706694"/>
            <ac:spMk id="18" creationId="{6B271655-81F6-44BA-ACD3-E8D9F84F829D}"/>
          </ac:spMkLst>
        </pc:spChg>
        <pc:spChg chg="add del mod">
          <ac:chgData name="Coughlan, Bianca" userId="S::bianca.coughlan@capgemini.com::e9822bdd-2df9-476c-91fe-8d55068d46e0" providerId="AD" clId="Web-{A93643AA-9E53-63B4-35E1-11F38D528E90}" dt="2026-05-15T13:26:30.678" v="59"/>
          <ac:spMkLst>
            <pc:docMk/>
            <pc:sldMk cId="2472258377" sldId="2145706694"/>
            <ac:spMk id="19" creationId="{661C550A-0233-54E2-792B-AF2E3247D81B}"/>
          </ac:spMkLst>
        </pc:spChg>
        <pc:spChg chg="add del mod">
          <ac:chgData name="Coughlan, Bianca" userId="S::bianca.coughlan@capgemini.com::e9822bdd-2df9-476c-91fe-8d55068d46e0" providerId="AD" clId="Web-{A93643AA-9E53-63B4-35E1-11F38D528E90}" dt="2026-05-15T13:28:40.353" v="73"/>
          <ac:spMkLst>
            <pc:docMk/>
            <pc:sldMk cId="2472258377" sldId="2145706694"/>
            <ac:spMk id="20" creationId="{7EE882A6-7383-5797-5096-1702D82526C3}"/>
          </ac:spMkLst>
        </pc:spChg>
        <pc:spChg chg="add del mod">
          <ac:chgData name="Coughlan, Bianca" userId="S::bianca.coughlan@capgemini.com::e9822bdd-2df9-476c-91fe-8d55068d46e0" providerId="AD" clId="Web-{A93643AA-9E53-63B4-35E1-11F38D528E90}" dt="2026-05-15T13:26:30.678" v="59"/>
          <ac:spMkLst>
            <pc:docMk/>
            <pc:sldMk cId="2472258377" sldId="2145706694"/>
            <ac:spMk id="21" creationId="{709B0FE5-34B7-BFAE-DD5B-2FCC297C8F40}"/>
          </ac:spMkLst>
        </pc:spChg>
        <pc:spChg chg="add del mod">
          <ac:chgData name="Coughlan, Bianca" userId="S::bianca.coughlan@capgemini.com::e9822bdd-2df9-476c-91fe-8d55068d46e0" providerId="AD" clId="Web-{A93643AA-9E53-63B4-35E1-11F38D528E90}" dt="2026-05-15T13:28:40.353" v="73"/>
          <ac:spMkLst>
            <pc:docMk/>
            <pc:sldMk cId="2472258377" sldId="2145706694"/>
            <ac:spMk id="22" creationId="{5846BB67-DD0F-E703-04E9-E35B81BFBCA8}"/>
          </ac:spMkLst>
        </pc:spChg>
        <pc:spChg chg="add del mod">
          <ac:chgData name="Coughlan, Bianca" userId="S::bianca.coughlan@capgemini.com::e9822bdd-2df9-476c-91fe-8d55068d46e0" providerId="AD" clId="Web-{A93643AA-9E53-63B4-35E1-11F38D528E90}" dt="2026-05-15T13:26:30.678" v="59"/>
          <ac:spMkLst>
            <pc:docMk/>
            <pc:sldMk cId="2472258377" sldId="2145706694"/>
            <ac:spMk id="23" creationId="{567BB213-02A7-C4EC-45EB-46EFDBD98B4B}"/>
          </ac:spMkLst>
        </pc:spChg>
        <pc:spChg chg="add mod">
          <ac:chgData name="Coughlan, Bianca" userId="S::bianca.coughlan@capgemini.com::e9822bdd-2df9-476c-91fe-8d55068d46e0" providerId="AD" clId="Web-{A93643AA-9E53-63B4-35E1-11F38D528E90}" dt="2026-05-15T13:31:50.434" v="173"/>
          <ac:spMkLst>
            <pc:docMk/>
            <pc:sldMk cId="2472258377" sldId="2145706694"/>
            <ac:spMk id="24" creationId="{C44D16E1-B0D2-46E0-823D-6EB576D2C5A8}"/>
          </ac:spMkLst>
        </pc:spChg>
        <pc:spChg chg="add del mod">
          <ac:chgData name="Coughlan, Bianca" userId="S::bianca.coughlan@capgemini.com::e9822bdd-2df9-476c-91fe-8d55068d46e0" providerId="AD" clId="Web-{A93643AA-9E53-63B4-35E1-11F38D528E90}" dt="2026-05-15T13:27:21.351" v="63"/>
          <ac:spMkLst>
            <pc:docMk/>
            <pc:sldMk cId="2472258377" sldId="2145706694"/>
            <ac:spMk id="25" creationId="{39600EA5-B590-0B29-5E2C-96E990240601}"/>
          </ac:spMkLst>
        </pc:spChg>
        <pc:spChg chg="add del mod">
          <ac:chgData name="Coughlan, Bianca" userId="S::bianca.coughlan@capgemini.com::e9822bdd-2df9-476c-91fe-8d55068d46e0" providerId="AD" clId="Web-{A93643AA-9E53-63B4-35E1-11F38D528E90}" dt="2026-05-15T13:27:21.351" v="63"/>
          <ac:spMkLst>
            <pc:docMk/>
            <pc:sldMk cId="2472258377" sldId="2145706694"/>
            <ac:spMk id="26" creationId="{BC159192-3CD9-F042-2713-9500F1AF98A1}"/>
          </ac:spMkLst>
        </pc:spChg>
        <pc:spChg chg="add del mod">
          <ac:chgData name="Coughlan, Bianca" userId="S::bianca.coughlan@capgemini.com::e9822bdd-2df9-476c-91fe-8d55068d46e0" providerId="AD" clId="Web-{A93643AA-9E53-63B4-35E1-11F38D528E90}" dt="2026-05-15T13:27:21.351" v="63"/>
          <ac:spMkLst>
            <pc:docMk/>
            <pc:sldMk cId="2472258377" sldId="2145706694"/>
            <ac:spMk id="27" creationId="{352BFAA1-B747-6409-B246-611229A0E8EF}"/>
          </ac:spMkLst>
        </pc:spChg>
        <pc:spChg chg="del">
          <ac:chgData name="Coughlan, Bianca" userId="S::bianca.coughlan@capgemini.com::e9822bdd-2df9-476c-91fe-8d55068d46e0" providerId="AD" clId="Web-{A93643AA-9E53-63B4-35E1-11F38D528E90}" dt="2026-05-15T13:27:21.351" v="63"/>
          <ac:spMkLst>
            <pc:docMk/>
            <pc:sldMk cId="2472258377" sldId="2145706694"/>
            <ac:spMk id="28" creationId="{C9F58C3E-6058-7F23-90B1-1792B311A14F}"/>
          </ac:spMkLst>
        </pc:spChg>
        <pc:spChg chg="add del mod">
          <ac:chgData name="Coughlan, Bianca" userId="S::bianca.coughlan@capgemini.com::e9822bdd-2df9-476c-91fe-8d55068d46e0" providerId="AD" clId="Web-{A93643AA-9E53-63B4-35E1-11F38D528E90}" dt="2026-05-15T13:27:18.695" v="62"/>
          <ac:spMkLst>
            <pc:docMk/>
            <pc:sldMk cId="2472258377" sldId="2145706694"/>
            <ac:spMk id="29" creationId="{BA60F1A7-52D5-8511-DA79-43093178B85A}"/>
          </ac:spMkLst>
        </pc:spChg>
        <pc:spChg chg="del">
          <ac:chgData name="Coughlan, Bianca" userId="S::bianca.coughlan@capgemini.com::e9822bdd-2df9-476c-91fe-8d55068d46e0" providerId="AD" clId="Web-{A93643AA-9E53-63B4-35E1-11F38D528E90}" dt="2026-05-15T13:27:21.351" v="63"/>
          <ac:spMkLst>
            <pc:docMk/>
            <pc:sldMk cId="2472258377" sldId="2145706694"/>
            <ac:spMk id="30" creationId="{ED5A61C4-7EBD-68EC-0C8D-71CD0BF13093}"/>
          </ac:spMkLst>
        </pc:spChg>
        <pc:spChg chg="add del mod">
          <ac:chgData name="Coughlan, Bianca" userId="S::bianca.coughlan@capgemini.com::e9822bdd-2df9-476c-91fe-8d55068d46e0" providerId="AD" clId="Web-{A93643AA-9E53-63B4-35E1-11F38D528E90}" dt="2026-05-15T13:27:21.351" v="63"/>
          <ac:spMkLst>
            <pc:docMk/>
            <pc:sldMk cId="2472258377" sldId="2145706694"/>
            <ac:spMk id="31" creationId="{5EB87FA1-3D2A-E2A5-FCB8-ED3738AF0E24}"/>
          </ac:spMkLst>
        </pc:spChg>
        <pc:spChg chg="add mod">
          <ac:chgData name="Coughlan, Bianca" userId="S::bianca.coughlan@capgemini.com::e9822bdd-2df9-476c-91fe-8d55068d46e0" providerId="AD" clId="Web-{A93643AA-9E53-63B4-35E1-11F38D528E90}" dt="2026-05-15T13:31:50.434" v="173"/>
          <ac:spMkLst>
            <pc:docMk/>
            <pc:sldMk cId="2472258377" sldId="2145706694"/>
            <ac:spMk id="32" creationId="{6078C334-E767-330B-2ACA-4879CCC99379}"/>
          </ac:spMkLst>
        </pc:spChg>
        <pc:spChg chg="add del mod">
          <ac:chgData name="Coughlan, Bianca" userId="S::bianca.coughlan@capgemini.com::e9822bdd-2df9-476c-91fe-8d55068d46e0" providerId="AD" clId="Web-{A93643AA-9E53-63B4-35E1-11F38D528E90}" dt="2026-05-15T13:31:50.434" v="173"/>
          <ac:spMkLst>
            <pc:docMk/>
            <pc:sldMk cId="2472258377" sldId="2145706694"/>
            <ac:spMk id="33" creationId="{A25A7376-0389-F9CF-0051-C8D3F1EA7FEA}"/>
          </ac:spMkLst>
        </pc:spChg>
        <pc:spChg chg="add mod">
          <ac:chgData name="Coughlan, Bianca" userId="S::bianca.coughlan@capgemini.com::e9822bdd-2df9-476c-91fe-8d55068d46e0" providerId="AD" clId="Web-{A93643AA-9E53-63B4-35E1-11F38D528E90}" dt="2026-05-15T13:37:32.926" v="245" actId="20577"/>
          <ac:spMkLst>
            <pc:docMk/>
            <pc:sldMk cId="2472258377" sldId="2145706694"/>
            <ac:spMk id="34" creationId="{21E91842-6006-7448-DE95-F774A21536FB}"/>
          </ac:spMkLst>
        </pc:spChg>
        <pc:spChg chg="add del mod">
          <ac:chgData name="Coughlan, Bianca" userId="S::bianca.coughlan@capgemini.com::e9822bdd-2df9-476c-91fe-8d55068d46e0" providerId="AD" clId="Web-{A93643AA-9E53-63B4-35E1-11F38D528E90}" dt="2026-05-15T13:31:47.341" v="170"/>
          <ac:spMkLst>
            <pc:docMk/>
            <pc:sldMk cId="2472258377" sldId="2145706694"/>
            <ac:spMk id="39" creationId="{FC7CA08F-D929-E86E-7248-81086EA91F42}"/>
          </ac:spMkLst>
        </pc:spChg>
        <pc:spChg chg="add del mod">
          <ac:chgData name="Coughlan, Bianca" userId="S::bianca.coughlan@capgemini.com::e9822bdd-2df9-476c-91fe-8d55068d46e0" providerId="AD" clId="Web-{A93643AA-9E53-63B4-35E1-11F38D528E90}" dt="2026-05-15T13:31:47.341" v="170"/>
          <ac:spMkLst>
            <pc:docMk/>
            <pc:sldMk cId="2472258377" sldId="2145706694"/>
            <ac:spMk id="41" creationId="{2ABBA7C6-A9BB-1566-3435-20AC274FFF54}"/>
          </ac:spMkLst>
        </pc:spChg>
        <pc:spChg chg="add del">
          <ac:chgData name="Coughlan, Bianca" userId="S::bianca.coughlan@capgemini.com::e9822bdd-2df9-476c-91fe-8d55068d46e0" providerId="AD" clId="Web-{A93643AA-9E53-63B4-35E1-11F38D528E90}" dt="2026-05-15T13:31:50.434" v="172"/>
          <ac:spMkLst>
            <pc:docMk/>
            <pc:sldMk cId="2472258377" sldId="2145706694"/>
            <ac:spMk id="43" creationId="{E036D08F-6789-E42E-395B-BBECA4F9A8B5}"/>
          </ac:spMkLst>
        </pc:spChg>
        <pc:spChg chg="add del mod">
          <ac:chgData name="Coughlan, Bianca" userId="S::bianca.coughlan@capgemini.com::e9822bdd-2df9-476c-91fe-8d55068d46e0" providerId="AD" clId="Web-{A93643AA-9E53-63B4-35E1-11F38D528E90}" dt="2026-05-15T13:33:19.972" v="197"/>
          <ac:spMkLst>
            <pc:docMk/>
            <pc:sldMk cId="2472258377" sldId="2145706694"/>
            <ac:spMk id="45" creationId="{A00FA094-F6B9-98F8-03D0-9B21B0EF9816}"/>
          </ac:spMkLst>
        </pc:spChg>
        <pc:spChg chg="add mod">
          <ac:chgData name="Coughlan, Bianca" userId="S::bianca.coughlan@capgemini.com::e9822bdd-2df9-476c-91fe-8d55068d46e0" providerId="AD" clId="Web-{A93643AA-9E53-63B4-35E1-11F38D528E90}" dt="2026-05-15T13:31:50.434" v="173"/>
          <ac:spMkLst>
            <pc:docMk/>
            <pc:sldMk cId="2472258377" sldId="2145706694"/>
            <ac:spMk id="46" creationId="{A97E590B-0311-C65E-D61B-05B9F3A8A1EF}"/>
          </ac:spMkLst>
        </pc:spChg>
        <pc:picChg chg="add del mod">
          <ac:chgData name="Coughlan, Bianca" userId="S::bianca.coughlan@capgemini.com::e9822bdd-2df9-476c-91fe-8d55068d46e0" providerId="AD" clId="Web-{A93643AA-9E53-63B4-35E1-11F38D528E90}" dt="2026-05-15T13:27:16.789" v="61"/>
          <ac:picMkLst>
            <pc:docMk/>
            <pc:sldMk cId="2472258377" sldId="2145706694"/>
            <ac:picMk id="8" creationId="{BE8AF0C2-851D-BFEF-D45F-CCEB746DD1F0}"/>
          </ac:picMkLst>
        </pc:picChg>
        <pc:picChg chg="add mod ord">
          <ac:chgData name="Coughlan, Bianca" userId="S::bianca.coughlan@capgemini.com::e9822bdd-2df9-476c-91fe-8d55068d46e0" providerId="AD" clId="Web-{A93643AA-9E53-63B4-35E1-11F38D528E90}" dt="2026-05-15T13:31:50.434" v="173"/>
          <ac:picMkLst>
            <pc:docMk/>
            <pc:sldMk cId="2472258377" sldId="2145706694"/>
            <ac:picMk id="9" creationId="{F6E4D1B3-1A84-A6F8-14E3-549FC11EF566}"/>
          </ac:picMkLst>
        </pc:picChg>
      </pc:sldChg>
    </pc:docChg>
  </pc:docChgLst>
  <pc:docChgLst>
    <pc:chgData name="Agboola, May" userId="S::may.agboola@capgemini.com::52cf345f-a5b3-4f7c-867d-184c6759c052" providerId="AD" clId="Web-{3CDDEF5F-8DE3-0DD7-3E5A-5FF0121E1CC1}"/>
    <pc:docChg chg="addSld delSld modSld sldOrd modSection">
      <pc:chgData name="Agboola, May" userId="S::may.agboola@capgemini.com::52cf345f-a5b3-4f7c-867d-184c6759c052" providerId="AD" clId="Web-{3CDDEF5F-8DE3-0DD7-3E5A-5FF0121E1CC1}" dt="2026-05-13T14:14:19.350" v="580" actId="20577"/>
      <pc:docMkLst>
        <pc:docMk/>
      </pc:docMkLst>
      <pc:sldChg chg="modSp">
        <pc:chgData name="Agboola, May" userId="S::may.agboola@capgemini.com::52cf345f-a5b3-4f7c-867d-184c6759c052" providerId="AD" clId="Web-{3CDDEF5F-8DE3-0DD7-3E5A-5FF0121E1CC1}" dt="2026-05-13T10:30:47.495" v="204" actId="20577"/>
        <pc:sldMkLst>
          <pc:docMk/>
          <pc:sldMk cId="3487721772" sldId="2145706677"/>
        </pc:sldMkLst>
        <pc:spChg chg="mod">
          <ac:chgData name="Agboola, May" userId="S::may.agboola@capgemini.com::52cf345f-a5b3-4f7c-867d-184c6759c052" providerId="AD" clId="Web-{3CDDEF5F-8DE3-0DD7-3E5A-5FF0121E1CC1}" dt="2026-05-13T10:30:47.495" v="204" actId="20577"/>
          <ac:spMkLst>
            <pc:docMk/>
            <pc:sldMk cId="3487721772" sldId="2145706677"/>
            <ac:spMk id="54" creationId="{3D73B47F-8AF6-78C9-9A6B-2091D2FD8133}"/>
          </ac:spMkLst>
        </pc:spChg>
        <pc:spChg chg="mod">
          <ac:chgData name="Agboola, May" userId="S::may.agboola@capgemini.com::52cf345f-a5b3-4f7c-867d-184c6759c052" providerId="AD" clId="Web-{3CDDEF5F-8DE3-0DD7-3E5A-5FF0121E1CC1}" dt="2026-05-13T09:34:54.312" v="184" actId="20577"/>
          <ac:spMkLst>
            <pc:docMk/>
            <pc:sldMk cId="3487721772" sldId="2145706677"/>
            <ac:spMk id="59" creationId="{DE2C7EFB-6C83-3D03-1AE6-1141B7A6E3CC}"/>
          </ac:spMkLst>
        </pc:spChg>
        <pc:spChg chg="mod">
          <ac:chgData name="Agboola, May" userId="S::may.agboola@capgemini.com::52cf345f-a5b3-4f7c-867d-184c6759c052" providerId="AD" clId="Web-{3CDDEF5F-8DE3-0DD7-3E5A-5FF0121E1CC1}" dt="2026-05-13T10:27:04.782" v="194" actId="20577"/>
          <ac:spMkLst>
            <pc:docMk/>
            <pc:sldMk cId="3487721772" sldId="2145706677"/>
            <ac:spMk id="60" creationId="{05C9740A-B0C2-63FB-9C99-E4683C46570D}"/>
          </ac:spMkLst>
        </pc:spChg>
      </pc:sldChg>
      <pc:sldChg chg="modSp ord">
        <pc:chgData name="Agboola, May" userId="S::may.agboola@capgemini.com::52cf345f-a5b3-4f7c-867d-184c6759c052" providerId="AD" clId="Web-{3CDDEF5F-8DE3-0DD7-3E5A-5FF0121E1CC1}" dt="2026-05-13T10:55:41.551" v="353" actId="20577"/>
        <pc:sldMkLst>
          <pc:docMk/>
          <pc:sldMk cId="2848368413" sldId="2145706679"/>
        </pc:sldMkLst>
        <pc:spChg chg="mod">
          <ac:chgData name="Agboola, May" userId="S::may.agboola@capgemini.com::52cf345f-a5b3-4f7c-867d-184c6759c052" providerId="AD" clId="Web-{3CDDEF5F-8DE3-0DD7-3E5A-5FF0121E1CC1}" dt="2026-05-13T10:55:34.441" v="343" actId="20577"/>
          <ac:spMkLst>
            <pc:docMk/>
            <pc:sldMk cId="2848368413" sldId="2145706679"/>
            <ac:spMk id="162" creationId="{5997A711-C3F2-ED12-9133-E91DF3C4310C}"/>
          </ac:spMkLst>
        </pc:spChg>
        <pc:spChg chg="mod">
          <ac:chgData name="Agboola, May" userId="S::may.agboola@capgemini.com::52cf345f-a5b3-4f7c-867d-184c6759c052" providerId="AD" clId="Web-{3CDDEF5F-8DE3-0DD7-3E5A-5FF0121E1CC1}" dt="2026-05-13T10:55:41.551" v="353" actId="20577"/>
          <ac:spMkLst>
            <pc:docMk/>
            <pc:sldMk cId="2848368413" sldId="2145706679"/>
            <ac:spMk id="181" creationId="{B0D504C2-D9C3-AB0A-4158-C797E8E015F2}"/>
          </ac:spMkLst>
        </pc:spChg>
      </pc:sldChg>
    </pc:docChg>
  </pc:docChgLst>
  <pc:docChgLst>
    <pc:chgData name="Coughlan, Bianca" userId="S::bianca.coughlan@capgemini.com::e9822bdd-2df9-476c-91fe-8d55068d46e0" providerId="AD" clId="Web-{63235A78-308F-F4BA-0C5C-42B2EC9064CE}"/>
    <pc:docChg chg="modSld">
      <pc:chgData name="Coughlan, Bianca" userId="S::bianca.coughlan@capgemini.com::e9822bdd-2df9-476c-91fe-8d55068d46e0" providerId="AD" clId="Web-{63235A78-308F-F4BA-0C5C-42B2EC9064CE}" dt="2026-05-13T14:12:04.253" v="77" actId="20577"/>
      <pc:docMkLst>
        <pc:docMk/>
      </pc:docMkLst>
      <pc:sldChg chg="modSp">
        <pc:chgData name="Coughlan, Bianca" userId="S::bianca.coughlan@capgemini.com::e9822bdd-2df9-476c-91fe-8d55068d46e0" providerId="AD" clId="Web-{63235A78-308F-F4BA-0C5C-42B2EC9064CE}" dt="2026-05-13T14:04:16.614" v="2" actId="20577"/>
        <pc:sldMkLst>
          <pc:docMk/>
          <pc:sldMk cId="3487721772" sldId="2145706677"/>
        </pc:sldMkLst>
        <pc:spChg chg="mod">
          <ac:chgData name="Coughlan, Bianca" userId="S::bianca.coughlan@capgemini.com::e9822bdd-2df9-476c-91fe-8d55068d46e0" providerId="AD" clId="Web-{63235A78-308F-F4BA-0C5C-42B2EC9064CE}" dt="2026-05-13T14:04:16.614" v="2" actId="20577"/>
          <ac:spMkLst>
            <pc:docMk/>
            <pc:sldMk cId="3487721772" sldId="2145706677"/>
            <ac:spMk id="60" creationId="{05C9740A-B0C2-63FB-9C99-E4683C46570D}"/>
          </ac:spMkLst>
        </pc:spChg>
      </pc:sldChg>
      <pc:sldChg chg="delSp modSp">
        <pc:chgData name="Coughlan, Bianca" userId="S::bianca.coughlan@capgemini.com::e9822bdd-2df9-476c-91fe-8d55068d46e0" providerId="AD" clId="Web-{63235A78-308F-F4BA-0C5C-42B2EC9064CE}" dt="2026-05-13T14:12:04.253" v="77" actId="20577"/>
        <pc:sldMkLst>
          <pc:docMk/>
          <pc:sldMk cId="2848368413" sldId="2145706679"/>
        </pc:sldMkLst>
        <pc:spChg chg="mod">
          <ac:chgData name="Coughlan, Bianca" userId="S::bianca.coughlan@capgemini.com::e9822bdd-2df9-476c-91fe-8d55068d46e0" providerId="AD" clId="Web-{63235A78-308F-F4BA-0C5C-42B2EC9064CE}" dt="2026-05-13T14:06:55.650" v="33" actId="1076"/>
          <ac:spMkLst>
            <pc:docMk/>
            <pc:sldMk cId="2848368413" sldId="2145706679"/>
            <ac:spMk id="70" creationId="{8481D4B7-10D6-CC49-56CC-B2F0469A769C}"/>
          </ac:spMkLst>
        </pc:spChg>
        <pc:spChg chg="mod">
          <ac:chgData name="Coughlan, Bianca" userId="S::bianca.coughlan@capgemini.com::e9822bdd-2df9-476c-91fe-8d55068d46e0" providerId="AD" clId="Web-{63235A78-308F-F4BA-0C5C-42B2EC9064CE}" dt="2026-05-13T14:08:44.763" v="48" actId="1076"/>
          <ac:spMkLst>
            <pc:docMk/>
            <pc:sldMk cId="2848368413" sldId="2145706679"/>
            <ac:spMk id="122" creationId="{01517847-C0AA-EBBE-645B-842D7B04EED9}"/>
          </ac:spMkLst>
        </pc:spChg>
        <pc:spChg chg="mod">
          <ac:chgData name="Coughlan, Bianca" userId="S::bianca.coughlan@capgemini.com::e9822bdd-2df9-476c-91fe-8d55068d46e0" providerId="AD" clId="Web-{63235A78-308F-F4BA-0C5C-42B2EC9064CE}" dt="2026-05-13T14:12:04.253" v="77" actId="20577"/>
          <ac:spMkLst>
            <pc:docMk/>
            <pc:sldMk cId="2848368413" sldId="2145706679"/>
            <ac:spMk id="175" creationId="{2EDB5613-87DE-A0B8-9A92-F0B6C7C0262C}"/>
          </ac:spMkLst>
        </pc:spChg>
        <pc:spChg chg="mod">
          <ac:chgData name="Coughlan, Bianca" userId="S::bianca.coughlan@capgemini.com::e9822bdd-2df9-476c-91fe-8d55068d46e0" providerId="AD" clId="Web-{63235A78-308F-F4BA-0C5C-42B2EC9064CE}" dt="2026-05-13T14:11:26.127" v="64" actId="14100"/>
          <ac:spMkLst>
            <pc:docMk/>
            <pc:sldMk cId="2848368413" sldId="2145706679"/>
            <ac:spMk id="221" creationId="{92F0131F-44BA-D979-1736-4E8CA33D2895}"/>
          </ac:spMkLst>
        </pc:spChg>
        <pc:grpChg chg="mod">
          <ac:chgData name="Coughlan, Bianca" userId="S::bianca.coughlan@capgemini.com::e9822bdd-2df9-476c-91fe-8d55068d46e0" providerId="AD" clId="Web-{63235A78-308F-F4BA-0C5C-42B2EC9064CE}" dt="2026-05-13T14:07:00.729" v="34" actId="1076"/>
          <ac:grpSpMkLst>
            <pc:docMk/>
            <pc:sldMk cId="2848368413" sldId="2145706679"/>
            <ac:grpSpMk id="67" creationId="{0FA24A92-2D9D-04E6-ED0E-8E49878579CB}"/>
          </ac:grpSpMkLst>
        </pc:grpChg>
        <pc:grpChg chg="mod">
          <ac:chgData name="Coughlan, Bianca" userId="S::bianca.coughlan@capgemini.com::e9822bdd-2df9-476c-91fe-8d55068d46e0" providerId="AD" clId="Web-{63235A78-308F-F4BA-0C5C-42B2EC9064CE}" dt="2026-05-13T14:08:28.247" v="45" actId="1076"/>
          <ac:grpSpMkLst>
            <pc:docMk/>
            <pc:sldMk cId="2848368413" sldId="2145706679"/>
            <ac:grpSpMk id="72" creationId="{720971EE-36AA-713F-A777-CDF00EA0A12B}"/>
          </ac:grpSpMkLst>
        </pc:grpChg>
        <pc:grpChg chg="mod">
          <ac:chgData name="Coughlan, Bianca" userId="S::bianca.coughlan@capgemini.com::e9822bdd-2df9-476c-91fe-8d55068d46e0" providerId="AD" clId="Web-{63235A78-308F-F4BA-0C5C-42B2EC9064CE}" dt="2026-05-13T14:06:45.947" v="31" actId="1076"/>
          <ac:grpSpMkLst>
            <pc:docMk/>
            <pc:sldMk cId="2848368413" sldId="2145706679"/>
            <ac:grpSpMk id="80" creationId="{03895555-E3AE-96D9-974A-34008EDBB009}"/>
          </ac:grpSpMkLst>
        </pc:grpChg>
        <pc:grpChg chg="mod">
          <ac:chgData name="Coughlan, Bianca" userId="S::bianca.coughlan@capgemini.com::e9822bdd-2df9-476c-91fe-8d55068d46e0" providerId="AD" clId="Web-{63235A78-308F-F4BA-0C5C-42B2EC9064CE}" dt="2026-05-13T14:10:33.172" v="59" actId="1076"/>
          <ac:grpSpMkLst>
            <pc:docMk/>
            <pc:sldMk cId="2848368413" sldId="2145706679"/>
            <ac:grpSpMk id="187" creationId="{B6BCCABB-580D-A650-2FBF-8429474F1B8F}"/>
          </ac:grpSpMkLst>
        </pc:grpChg>
        <pc:grpChg chg="mod">
          <ac:chgData name="Coughlan, Bianca" userId="S::bianca.coughlan@capgemini.com::e9822bdd-2df9-476c-91fe-8d55068d46e0" providerId="AD" clId="Web-{63235A78-308F-F4BA-0C5C-42B2EC9064CE}" dt="2026-05-13T14:08:58.279" v="50" actId="1076"/>
          <ac:grpSpMkLst>
            <pc:docMk/>
            <pc:sldMk cId="2848368413" sldId="2145706679"/>
            <ac:grpSpMk id="252" creationId="{DB035C1B-0CAD-29C3-8834-D14580711DFB}"/>
          </ac:grpSpMkLst>
        </pc:grpChg>
        <pc:cxnChg chg="mod">
          <ac:chgData name="Coughlan, Bianca" userId="S::bianca.coughlan@capgemini.com::e9822bdd-2df9-476c-91fe-8d55068d46e0" providerId="AD" clId="Web-{63235A78-308F-F4BA-0C5C-42B2EC9064CE}" dt="2026-05-13T14:08:58.279" v="50" actId="1076"/>
          <ac:cxnSpMkLst>
            <pc:docMk/>
            <pc:sldMk cId="2848368413" sldId="2145706679"/>
            <ac:cxnSpMk id="115" creationId="{25677249-EB47-EA08-8478-07569A60F776}"/>
          </ac:cxnSpMkLst>
        </pc:cxnChg>
        <pc:cxnChg chg="mod">
          <ac:chgData name="Coughlan, Bianca" userId="S::bianca.coughlan@capgemini.com::e9822bdd-2df9-476c-91fe-8d55068d46e0" providerId="AD" clId="Web-{63235A78-308F-F4BA-0C5C-42B2EC9064CE}" dt="2026-05-13T14:07:06.135" v="35" actId="14100"/>
          <ac:cxnSpMkLst>
            <pc:docMk/>
            <pc:sldMk cId="2848368413" sldId="2145706679"/>
            <ac:cxnSpMk id="117" creationId="{8E5D9EC6-69EA-E735-E907-C7F7FD2328F4}"/>
          </ac:cxnSpMkLst>
        </pc:cxnChg>
        <pc:cxnChg chg="mod">
          <ac:chgData name="Coughlan, Bianca" userId="S::bianca.coughlan@capgemini.com::e9822bdd-2df9-476c-91fe-8d55068d46e0" providerId="AD" clId="Web-{63235A78-308F-F4BA-0C5C-42B2EC9064CE}" dt="2026-05-13T14:10:44.407" v="61" actId="14100"/>
          <ac:cxnSpMkLst>
            <pc:docMk/>
            <pc:sldMk cId="2848368413" sldId="2145706679"/>
            <ac:cxnSpMk id="170" creationId="{BE30001A-B08C-0C30-C097-67777824F3C8}"/>
          </ac:cxnSpMkLst>
        </pc:cxnChg>
        <pc:cxnChg chg="mod ord">
          <ac:chgData name="Coughlan, Bianca" userId="S::bianca.coughlan@capgemini.com::e9822bdd-2df9-476c-91fe-8d55068d46e0" providerId="AD" clId="Web-{63235A78-308F-F4BA-0C5C-42B2EC9064CE}" dt="2026-05-13T14:11:08.455" v="62"/>
          <ac:cxnSpMkLst>
            <pc:docMk/>
            <pc:sldMk cId="2848368413" sldId="2145706679"/>
            <ac:cxnSpMk id="204" creationId="{B29DA200-4D2F-B716-B49F-B86EAE03E341}"/>
          </ac:cxnSpMkLst>
        </pc:cxnChg>
        <pc:cxnChg chg="mod">
          <ac:chgData name="Coughlan, Bianca" userId="S::bianca.coughlan@capgemini.com::e9822bdd-2df9-476c-91fe-8d55068d46e0" providerId="AD" clId="Web-{63235A78-308F-F4BA-0C5C-42B2EC9064CE}" dt="2026-05-13T14:09:20.248" v="53" actId="14100"/>
          <ac:cxnSpMkLst>
            <pc:docMk/>
            <pc:sldMk cId="2848368413" sldId="2145706679"/>
            <ac:cxnSpMk id="247" creationId="{156D4D72-3599-6ADF-33B0-59855F5276AD}"/>
          </ac:cxnSpMkLst>
        </pc:cxnChg>
        <pc:cxnChg chg="mod ord">
          <ac:chgData name="Coughlan, Bianca" userId="S::bianca.coughlan@capgemini.com::e9822bdd-2df9-476c-91fe-8d55068d46e0" providerId="AD" clId="Web-{63235A78-308F-F4BA-0C5C-42B2EC9064CE}" dt="2026-05-13T14:09:23.717" v="54" actId="14100"/>
          <ac:cxnSpMkLst>
            <pc:docMk/>
            <pc:sldMk cId="2848368413" sldId="2145706679"/>
            <ac:cxnSpMk id="258" creationId="{4ADA8E7D-C6E9-396F-7D4F-9E4E264D8ED9}"/>
          </ac:cxnSpMkLst>
        </pc:cxnChg>
        <pc:cxnChg chg="mod ord">
          <ac:chgData name="Coughlan, Bianca" userId="S::bianca.coughlan@capgemini.com::e9822bdd-2df9-476c-91fe-8d55068d46e0" providerId="AD" clId="Web-{63235A78-308F-F4BA-0C5C-42B2EC9064CE}" dt="2026-05-13T14:08:38.466" v="47" actId="14100"/>
          <ac:cxnSpMkLst>
            <pc:docMk/>
            <pc:sldMk cId="2848368413" sldId="2145706679"/>
            <ac:cxnSpMk id="264" creationId="{3059A65C-D9C7-5895-4C0F-97662577CE20}"/>
          </ac:cxnSpMkLst>
        </pc:cxnChg>
      </pc:sldChg>
    </pc:docChg>
  </pc:docChgLst>
  <pc:docChgLst>
    <pc:chgData name="Coughlan, Bianca" userId="S::bianca.coughlan@capgemini.com::e9822bdd-2df9-476c-91fe-8d55068d46e0" providerId="AD" clId="Web-{F9F24EC4-F8E9-B582-BE60-065BD0997662}"/>
    <pc:docChg chg="modSld">
      <pc:chgData name="Coughlan, Bianca" userId="S::bianca.coughlan@capgemini.com::e9822bdd-2df9-476c-91fe-8d55068d46e0" providerId="AD" clId="Web-{F9F24EC4-F8E9-B582-BE60-065BD0997662}" dt="2026-05-13T14:48:57.445" v="35" actId="1076"/>
      <pc:docMkLst>
        <pc:docMk/>
      </pc:docMkLst>
      <pc:sldChg chg="modSp">
        <pc:chgData name="Coughlan, Bianca" userId="S::bianca.coughlan@capgemini.com::e9822bdd-2df9-476c-91fe-8d55068d46e0" providerId="AD" clId="Web-{F9F24EC4-F8E9-B582-BE60-065BD0997662}" dt="2026-05-13T14:48:57.445" v="35" actId="1076"/>
        <pc:sldMkLst>
          <pc:docMk/>
          <pc:sldMk cId="1992626552" sldId="2145706687"/>
        </pc:sldMkLst>
        <pc:spChg chg="mod">
          <ac:chgData name="Coughlan, Bianca" userId="S::bianca.coughlan@capgemini.com::e9822bdd-2df9-476c-91fe-8d55068d46e0" providerId="AD" clId="Web-{F9F24EC4-F8E9-B582-BE60-065BD0997662}" dt="2026-05-13T14:44:32.669" v="0" actId="1076"/>
          <ac:spMkLst>
            <pc:docMk/>
            <pc:sldMk cId="1992626552" sldId="2145706687"/>
            <ac:spMk id="27" creationId="{55DBE0D7-7E7C-75B7-01F7-F1F2B6C7CB15}"/>
          </ac:spMkLst>
        </pc:spChg>
        <pc:spChg chg="mod">
          <ac:chgData name="Coughlan, Bianca" userId="S::bianca.coughlan@capgemini.com::e9822bdd-2df9-476c-91fe-8d55068d46e0" providerId="AD" clId="Web-{F9F24EC4-F8E9-B582-BE60-065BD0997662}" dt="2026-05-13T14:48:57.367" v="34" actId="1076"/>
          <ac:spMkLst>
            <pc:docMk/>
            <pc:sldMk cId="1992626552" sldId="2145706687"/>
            <ac:spMk id="32" creationId="{E2BBC882-B2ED-DDEC-78DA-434FEDBD2216}"/>
          </ac:spMkLst>
        </pc:spChg>
        <pc:spChg chg="mod">
          <ac:chgData name="Coughlan, Bianca" userId="S::bianca.coughlan@capgemini.com::e9822bdd-2df9-476c-91fe-8d55068d46e0" providerId="AD" clId="Web-{F9F24EC4-F8E9-B582-BE60-065BD0997662}" dt="2026-05-13T14:45:01.717" v="8" actId="1076"/>
          <ac:spMkLst>
            <pc:docMk/>
            <pc:sldMk cId="1992626552" sldId="2145706687"/>
            <ac:spMk id="373" creationId="{30618930-17EB-A0FA-4338-7C341815A7F1}"/>
          </ac:spMkLst>
        </pc:spChg>
        <pc:spChg chg="mod">
          <ac:chgData name="Coughlan, Bianca" userId="S::bianca.coughlan@capgemini.com::e9822bdd-2df9-476c-91fe-8d55068d46e0" providerId="AD" clId="Web-{F9F24EC4-F8E9-B582-BE60-065BD0997662}" dt="2026-05-13T14:44:32.825" v="1" actId="1076"/>
          <ac:spMkLst>
            <pc:docMk/>
            <pc:sldMk cId="1992626552" sldId="2145706687"/>
            <ac:spMk id="375" creationId="{F0376BAC-7DF6-1659-A7D8-4FA6922B144D}"/>
          </ac:spMkLst>
        </pc:spChg>
        <pc:spChg chg="mod">
          <ac:chgData name="Coughlan, Bianca" userId="S::bianca.coughlan@capgemini.com::e9822bdd-2df9-476c-91fe-8d55068d46e0" providerId="AD" clId="Web-{F9F24EC4-F8E9-B582-BE60-065BD0997662}" dt="2026-05-13T14:45:01.780" v="9" actId="1076"/>
          <ac:spMkLst>
            <pc:docMk/>
            <pc:sldMk cId="1992626552" sldId="2145706687"/>
            <ac:spMk id="382" creationId="{469E76D1-2973-0FBD-8D8E-B6A92E714128}"/>
          </ac:spMkLst>
        </pc:spChg>
        <pc:spChg chg="mod">
          <ac:chgData name="Coughlan, Bianca" userId="S::bianca.coughlan@capgemini.com::e9822bdd-2df9-476c-91fe-8d55068d46e0" providerId="AD" clId="Web-{F9F24EC4-F8E9-B582-BE60-065BD0997662}" dt="2026-05-13T14:44:33.247" v="6" actId="1076"/>
          <ac:spMkLst>
            <pc:docMk/>
            <pc:sldMk cId="1992626552" sldId="2145706687"/>
            <ac:spMk id="400" creationId="{C30F76DB-C63A-C22F-B3F6-D1C18F5C4914}"/>
          </ac:spMkLst>
        </pc:spChg>
        <pc:spChg chg="mod">
          <ac:chgData name="Coughlan, Bianca" userId="S::bianca.coughlan@capgemini.com::e9822bdd-2df9-476c-91fe-8d55068d46e0" providerId="AD" clId="Web-{F9F24EC4-F8E9-B582-BE60-065BD0997662}" dt="2026-05-13T14:44:33.310" v="7" actId="1076"/>
          <ac:spMkLst>
            <pc:docMk/>
            <pc:sldMk cId="1992626552" sldId="2145706687"/>
            <ac:spMk id="465" creationId="{9BD57C74-EB67-9C24-D2A7-5D116CBC2DA7}"/>
          </ac:spMkLst>
        </pc:spChg>
        <pc:grpChg chg="mod">
          <ac:chgData name="Coughlan, Bianca" userId="S::bianca.coughlan@capgemini.com::e9822bdd-2df9-476c-91fe-8d55068d46e0" providerId="AD" clId="Web-{F9F24EC4-F8E9-B582-BE60-065BD0997662}" dt="2026-05-13T14:44:32.966" v="2" actId="1076"/>
          <ac:grpSpMkLst>
            <pc:docMk/>
            <pc:sldMk cId="1992626552" sldId="2145706687"/>
            <ac:grpSpMk id="376" creationId="{57EF049B-4CF1-45DA-B0F8-1F0F8CD8A9E6}"/>
          </ac:grpSpMkLst>
        </pc:grpChg>
        <pc:grpChg chg="mod">
          <ac:chgData name="Coughlan, Bianca" userId="S::bianca.coughlan@capgemini.com::e9822bdd-2df9-476c-91fe-8d55068d46e0" providerId="AD" clId="Web-{F9F24EC4-F8E9-B582-BE60-065BD0997662}" dt="2026-05-13T14:44:33.044" v="3" actId="1076"/>
          <ac:grpSpMkLst>
            <pc:docMk/>
            <pc:sldMk cId="1992626552" sldId="2145706687"/>
            <ac:grpSpMk id="386" creationId="{1C370D37-767C-AB04-E904-E89D2799202D}"/>
          </ac:grpSpMkLst>
        </pc:grpChg>
        <pc:grpChg chg="mod">
          <ac:chgData name="Coughlan, Bianca" userId="S::bianca.coughlan@capgemini.com::e9822bdd-2df9-476c-91fe-8d55068d46e0" providerId="AD" clId="Web-{F9F24EC4-F8E9-B582-BE60-065BD0997662}" dt="2026-05-13T14:44:33.107" v="4" actId="1076"/>
          <ac:grpSpMkLst>
            <pc:docMk/>
            <pc:sldMk cId="1992626552" sldId="2145706687"/>
            <ac:grpSpMk id="389" creationId="{4BA0659D-D4E4-FD8F-7D56-2D5305F4849A}"/>
          </ac:grpSpMkLst>
        </pc:grpChg>
        <pc:cxnChg chg="mod">
          <ac:chgData name="Coughlan, Bianca" userId="S::bianca.coughlan@capgemini.com::e9822bdd-2df9-476c-91fe-8d55068d46e0" providerId="AD" clId="Web-{F9F24EC4-F8E9-B582-BE60-065BD0997662}" dt="2026-05-13T14:47:43.880" v="21" actId="1076"/>
          <ac:cxnSpMkLst>
            <pc:docMk/>
            <pc:sldMk cId="1992626552" sldId="2145706687"/>
            <ac:cxnSpMk id="95" creationId="{028F8982-267F-8F19-EF4D-E1457E04B8D5}"/>
          </ac:cxnSpMkLst>
        </pc:cxnChg>
        <pc:cxnChg chg="mod">
          <ac:chgData name="Coughlan, Bianca" userId="S::bianca.coughlan@capgemini.com::e9822bdd-2df9-476c-91fe-8d55068d46e0" providerId="AD" clId="Web-{F9F24EC4-F8E9-B582-BE60-065BD0997662}" dt="2026-05-13T14:44:32.966" v="2" actId="1076"/>
          <ac:cxnSpMkLst>
            <pc:docMk/>
            <pc:sldMk cId="1992626552" sldId="2145706687"/>
            <ac:cxnSpMk id="380" creationId="{74168824-BA84-55D4-253B-79CCC953C9D9}"/>
          </ac:cxnSpMkLst>
        </pc:cxnChg>
        <pc:cxnChg chg="mod">
          <ac:chgData name="Coughlan, Bianca" userId="S::bianca.coughlan@capgemini.com::e9822bdd-2df9-476c-91fe-8d55068d46e0" providerId="AD" clId="Web-{F9F24EC4-F8E9-B582-BE60-065BD0997662}" dt="2026-05-13T14:45:01.842" v="10" actId="1076"/>
          <ac:cxnSpMkLst>
            <pc:docMk/>
            <pc:sldMk cId="1992626552" sldId="2145706687"/>
            <ac:cxnSpMk id="384" creationId="{3B18787D-678A-0E4B-63A7-32434E9F5A55}"/>
          </ac:cxnSpMkLst>
        </pc:cxnChg>
        <pc:cxnChg chg="mod">
          <ac:chgData name="Coughlan, Bianca" userId="S::bianca.coughlan@capgemini.com::e9822bdd-2df9-476c-91fe-8d55068d46e0" providerId="AD" clId="Web-{F9F24EC4-F8E9-B582-BE60-065BD0997662}" dt="2026-05-13T14:44:33.185" v="5" actId="1076"/>
          <ac:cxnSpMkLst>
            <pc:docMk/>
            <pc:sldMk cId="1992626552" sldId="2145706687"/>
            <ac:cxnSpMk id="393" creationId="{2567A628-08D1-A873-2234-EA758419EA96}"/>
          </ac:cxnSpMkLst>
        </pc:cxnChg>
      </pc:sldChg>
    </pc:docChg>
  </pc:docChgLst>
  <pc:docChgLst>
    <pc:chgData name="Coughlan, Bianca" userId="S::bianca.coughlan@capgemini.com::e9822bdd-2df9-476c-91fe-8d55068d46e0" providerId="AD" clId="Web-{4F8EC063-53E4-A5A0-9A3A-0BEA79CD7C7A}"/>
    <pc:docChg chg="delSld modSection">
      <pc:chgData name="Coughlan, Bianca" userId="S::bianca.coughlan@capgemini.com::e9822bdd-2df9-476c-91fe-8d55068d46e0" providerId="AD" clId="Web-{4F8EC063-53E4-A5A0-9A3A-0BEA79CD7C7A}" dt="2026-05-14T11:41:27.431" v="0"/>
      <pc:docMkLst>
        <pc:docMk/>
      </pc:docMkLst>
      <pc:sldChg chg="del">
        <pc:chgData name="Coughlan, Bianca" userId="S::bianca.coughlan@capgemini.com::e9822bdd-2df9-476c-91fe-8d55068d46e0" providerId="AD" clId="Web-{4F8EC063-53E4-A5A0-9A3A-0BEA79CD7C7A}" dt="2026-05-14T11:41:27.431" v="0"/>
        <pc:sldMkLst>
          <pc:docMk/>
          <pc:sldMk cId="32903814" sldId="2145706680"/>
        </pc:sldMkLst>
      </pc:sldChg>
    </pc:docChg>
  </pc:docChgLst>
  <pc:docChgLst>
    <pc:chgData name="Varatharajan, Padma" userId="S::padma.varatharajan@capgemini.com::caeecf53-1969-4d00-9122-acd3073a295c" providerId="AD" clId="Web-{3A6FFEB6-ED1C-9F9C-F6F3-DDAF72B2C7E8}"/>
    <pc:docChg chg="modSld">
      <pc:chgData name="Varatharajan, Padma" userId="S::padma.varatharajan@capgemini.com::caeecf53-1969-4d00-9122-acd3073a295c" providerId="AD" clId="Web-{3A6FFEB6-ED1C-9F9C-F6F3-DDAF72B2C7E8}" dt="2026-05-15T13:39:03.218" v="3" actId="14100"/>
      <pc:docMkLst>
        <pc:docMk/>
      </pc:docMkLst>
      <pc:sldChg chg="modSp">
        <pc:chgData name="Varatharajan, Padma" userId="S::padma.varatharajan@capgemini.com::caeecf53-1969-4d00-9122-acd3073a295c" providerId="AD" clId="Web-{3A6FFEB6-ED1C-9F9C-F6F3-DDAF72B2C7E8}" dt="2026-05-15T13:39:03.218" v="3" actId="14100"/>
        <pc:sldMkLst>
          <pc:docMk/>
          <pc:sldMk cId="2472258377" sldId="2145706694"/>
        </pc:sldMkLst>
        <pc:spChg chg="mod">
          <ac:chgData name="Varatharajan, Padma" userId="S::padma.varatharajan@capgemini.com::caeecf53-1969-4d00-9122-acd3073a295c" providerId="AD" clId="Web-{3A6FFEB6-ED1C-9F9C-F6F3-DDAF72B2C7E8}" dt="2026-05-15T13:39:03.218" v="3" actId="14100"/>
          <ac:spMkLst>
            <pc:docMk/>
            <pc:sldMk cId="2472258377" sldId="2145706694"/>
            <ac:spMk id="34" creationId="{21E91842-6006-7448-DE95-F774A21536FB}"/>
          </ac:spMkLst>
        </pc:spChg>
      </pc:sldChg>
    </pc:docChg>
  </pc:docChgLst>
  <pc:docChgLst>
    <pc:chgData name="Varatharajan, Padma" userId="S::padma.varatharajan@capgemini.com::caeecf53-1969-4d00-9122-acd3073a295c" providerId="AD" clId="Web-{3EAEC5B3-EDC6-0E46-6C3D-601F4E5847F2}"/>
    <pc:docChg chg="modSld">
      <pc:chgData name="Varatharajan, Padma" userId="S::padma.varatharajan@capgemini.com::caeecf53-1969-4d00-9122-acd3073a295c" providerId="AD" clId="Web-{3EAEC5B3-EDC6-0E46-6C3D-601F4E5847F2}" dt="2026-05-15T09:00:37.415" v="38" actId="20577"/>
      <pc:docMkLst>
        <pc:docMk/>
      </pc:docMkLst>
      <pc:sldChg chg="modSp">
        <pc:chgData name="Varatharajan, Padma" userId="S::padma.varatharajan@capgemini.com::caeecf53-1969-4d00-9122-acd3073a295c" providerId="AD" clId="Web-{3EAEC5B3-EDC6-0E46-6C3D-601F4E5847F2}" dt="2026-05-15T09:00:37.415" v="38" actId="20577"/>
        <pc:sldMkLst>
          <pc:docMk/>
          <pc:sldMk cId="3657648834" sldId="2145706673"/>
        </pc:sldMkLst>
        <pc:spChg chg="mod">
          <ac:chgData name="Varatharajan, Padma" userId="S::padma.varatharajan@capgemini.com::caeecf53-1969-4d00-9122-acd3073a295c" providerId="AD" clId="Web-{3EAEC5B3-EDC6-0E46-6C3D-601F4E5847F2}" dt="2026-05-15T09:00:37.415" v="38" actId="20577"/>
          <ac:spMkLst>
            <pc:docMk/>
            <pc:sldMk cId="3657648834" sldId="2145706673"/>
            <ac:spMk id="2" creationId="{7EE99217-7393-E680-4850-F874CBBFE6D2}"/>
          </ac:spMkLst>
        </pc:spChg>
      </pc:sldChg>
      <pc:sldChg chg="modSp">
        <pc:chgData name="Varatharajan, Padma" userId="S::padma.varatharajan@capgemini.com::caeecf53-1969-4d00-9122-acd3073a295c" providerId="AD" clId="Web-{3EAEC5B3-EDC6-0E46-6C3D-601F4E5847F2}" dt="2026-05-15T08:59:14.022" v="2" actId="1076"/>
        <pc:sldMkLst>
          <pc:docMk/>
          <pc:sldMk cId="2848368413" sldId="2145706679"/>
        </pc:sldMkLst>
        <pc:spChg chg="mod">
          <ac:chgData name="Varatharajan, Padma" userId="S::padma.varatharajan@capgemini.com::caeecf53-1969-4d00-9122-acd3073a295c" providerId="AD" clId="Web-{3EAEC5B3-EDC6-0E46-6C3D-601F4E5847F2}" dt="2026-05-15T08:59:14.022" v="2" actId="1076"/>
          <ac:spMkLst>
            <pc:docMk/>
            <pc:sldMk cId="2848368413" sldId="2145706679"/>
            <ac:spMk id="5" creationId="{B08D71A5-594E-A1EC-1132-C81C6D972D46}"/>
          </ac:spMkLst>
        </pc:spChg>
        <pc:spChg chg="mod">
          <ac:chgData name="Varatharajan, Padma" userId="S::padma.varatharajan@capgemini.com::caeecf53-1969-4d00-9122-acd3073a295c" providerId="AD" clId="Web-{3EAEC5B3-EDC6-0E46-6C3D-601F4E5847F2}" dt="2026-05-15T07:34:20.709" v="0" actId="14100"/>
          <ac:spMkLst>
            <pc:docMk/>
            <pc:sldMk cId="2848368413" sldId="2145706679"/>
            <ac:spMk id="113" creationId="{5BDC8309-B149-FDCA-3CDE-23DE3809D338}"/>
          </ac:spMkLst>
        </pc:spChg>
      </pc:sldChg>
      <pc:sldChg chg="modSp">
        <pc:chgData name="Varatharajan, Padma" userId="S::padma.varatharajan@capgemini.com::caeecf53-1969-4d00-9122-acd3073a295c" providerId="AD" clId="Web-{3EAEC5B3-EDC6-0E46-6C3D-601F4E5847F2}" dt="2026-05-15T08:59:35.179" v="13" actId="20577"/>
        <pc:sldMkLst>
          <pc:docMk/>
          <pc:sldMk cId="1288087145" sldId="2145706686"/>
        </pc:sldMkLst>
        <pc:spChg chg="mod">
          <ac:chgData name="Varatharajan, Padma" userId="S::padma.varatharajan@capgemini.com::caeecf53-1969-4d00-9122-acd3073a295c" providerId="AD" clId="Web-{3EAEC5B3-EDC6-0E46-6C3D-601F4E5847F2}" dt="2026-05-15T08:59:35.179" v="13" actId="20577"/>
          <ac:spMkLst>
            <pc:docMk/>
            <pc:sldMk cId="1288087145" sldId="2145706686"/>
            <ac:spMk id="5" creationId="{B5C8FC07-4468-2E26-8996-DA105FBAD698}"/>
          </ac:spMkLst>
        </pc:spChg>
      </pc:sldChg>
    </pc:docChg>
  </pc:docChgLst>
  <pc:docChgLst>
    <pc:chgData name="Agboola, May" userId="S::may.agboola@capgemini.com::52cf345f-a5b3-4f7c-867d-184c6759c052" providerId="AD" clId="Web-{456F7479-2F27-8378-F0B4-0231C1596441}"/>
    <pc:docChg chg="addSld delSld modSld sldOrd modSection">
      <pc:chgData name="Agboola, May" userId="S::may.agboola@capgemini.com::52cf345f-a5b3-4f7c-867d-184c6759c052" providerId="AD" clId="Web-{456F7479-2F27-8378-F0B4-0231C1596441}" dt="2026-05-15T13:24:56.038" v="54" actId="1076"/>
      <pc:docMkLst>
        <pc:docMk/>
      </pc:docMkLst>
      <pc:sldChg chg="ord">
        <pc:chgData name="Agboola, May" userId="S::may.agboola@capgemini.com::52cf345f-a5b3-4f7c-867d-184c6759c052" providerId="AD" clId="Web-{456F7479-2F27-8378-F0B4-0231C1596441}" dt="2026-05-15T12:55:00.740" v="17"/>
        <pc:sldMkLst>
          <pc:docMk/>
          <pc:sldMk cId="1992626552" sldId="2145706687"/>
        </pc:sldMkLst>
      </pc:sldChg>
      <pc:sldChg chg="new del">
        <pc:chgData name="Agboola, May" userId="S::may.agboola@capgemini.com::52cf345f-a5b3-4f7c-867d-184c6759c052" providerId="AD" clId="Web-{456F7479-2F27-8378-F0B4-0231C1596441}" dt="2026-05-15T12:49:23.751" v="1"/>
        <pc:sldMkLst>
          <pc:docMk/>
          <pc:sldMk cId="118537938" sldId="2145706688"/>
        </pc:sldMkLst>
      </pc:sldChg>
      <pc:sldChg chg="addSp delSp modSp new mod ord modClrScheme chgLayout">
        <pc:chgData name="Agboola, May" userId="S::may.agboola@capgemini.com::52cf345f-a5b3-4f7c-867d-184c6759c052" providerId="AD" clId="Web-{456F7479-2F27-8378-F0B4-0231C1596441}" dt="2026-05-15T12:58:37.046" v="30"/>
        <pc:sldMkLst>
          <pc:docMk/>
          <pc:sldMk cId="1790985621" sldId="2145706688"/>
        </pc:sldMkLst>
        <pc:spChg chg="mod modVis">
          <ac:chgData name="Agboola, May" userId="S::may.agboola@capgemini.com::52cf345f-a5b3-4f7c-867d-184c6759c052" providerId="AD" clId="Web-{456F7479-2F27-8378-F0B4-0231C1596441}" dt="2026-05-15T12:49:44.845" v="4"/>
          <ac:spMkLst>
            <pc:docMk/>
            <pc:sldMk cId="1790985621" sldId="2145706688"/>
            <ac:spMk id="2" creationId="{EF53CE85-FA85-C4BA-24AE-DBB8CED0AE26}"/>
          </ac:spMkLst>
        </pc:spChg>
        <pc:spChg chg="mod ord">
          <ac:chgData name="Agboola, May" userId="S::may.agboola@capgemini.com::52cf345f-a5b3-4f7c-867d-184c6759c052" providerId="AD" clId="Web-{456F7479-2F27-8378-F0B4-0231C1596441}" dt="2026-05-15T12:58:04.810" v="29"/>
          <ac:spMkLst>
            <pc:docMk/>
            <pc:sldMk cId="1790985621" sldId="2145706688"/>
            <ac:spMk id="3" creationId="{514BE984-6709-5810-0116-3993C1D086D6}"/>
          </ac:spMkLst>
        </pc:spChg>
        <pc:spChg chg="mod modVis">
          <ac:chgData name="Agboola, May" userId="S::may.agboola@capgemini.com::52cf345f-a5b3-4f7c-867d-184c6759c052" providerId="AD" clId="Web-{456F7479-2F27-8378-F0B4-0231C1596441}" dt="2026-05-15T12:49:44.845" v="4"/>
          <ac:spMkLst>
            <pc:docMk/>
            <pc:sldMk cId="1790985621" sldId="2145706688"/>
            <ac:spMk id="4" creationId="{FF30AABA-F3A4-E20B-1EB6-D13DF7D31A3E}"/>
          </ac:spMkLst>
        </pc:spChg>
        <pc:picChg chg="add del mod ord">
          <ac:chgData name="Agboola, May" userId="S::may.agboola@capgemini.com::52cf345f-a5b3-4f7c-867d-184c6759c052" providerId="AD" clId="Web-{456F7479-2F27-8378-F0B4-0231C1596441}" dt="2026-05-15T12:57:39.465" v="27"/>
          <ac:picMkLst>
            <pc:docMk/>
            <pc:sldMk cId="1790985621" sldId="2145706688"/>
            <ac:picMk id="5" creationId="{52EB3F8A-8111-399D-3868-78FBF9F159FC}"/>
          </ac:picMkLst>
        </pc:picChg>
        <pc:picChg chg="add mod ord">
          <ac:chgData name="Agboola, May" userId="S::may.agboola@capgemini.com::52cf345f-a5b3-4f7c-867d-184c6759c052" providerId="AD" clId="Web-{456F7479-2F27-8378-F0B4-0231C1596441}" dt="2026-05-15T12:58:04.810" v="29"/>
          <ac:picMkLst>
            <pc:docMk/>
            <pc:sldMk cId="1790985621" sldId="2145706688"/>
            <ac:picMk id="6" creationId="{BAD98F3A-6EB1-EA4C-0AEA-C349EBBB5569}"/>
          </ac:picMkLst>
        </pc:picChg>
      </pc:sldChg>
      <pc:sldChg chg="addSp modSp new del mod modClrScheme chgLayout">
        <pc:chgData name="Agboola, May" userId="S::may.agboola@capgemini.com::52cf345f-a5b3-4f7c-867d-184c6759c052" providerId="AD" clId="Web-{456F7479-2F27-8378-F0B4-0231C1596441}" dt="2026-05-15T13:02:24.974" v="31"/>
        <pc:sldMkLst>
          <pc:docMk/>
          <pc:sldMk cId="934019029" sldId="2145706689"/>
        </pc:sldMkLst>
        <pc:spChg chg="mod modVis">
          <ac:chgData name="Agboola, May" userId="S::may.agboola@capgemini.com::52cf345f-a5b3-4f7c-867d-184c6759c052" providerId="AD" clId="Web-{456F7479-2F27-8378-F0B4-0231C1596441}" dt="2026-05-15T12:51:11.003" v="10"/>
          <ac:spMkLst>
            <pc:docMk/>
            <pc:sldMk cId="934019029" sldId="2145706689"/>
            <ac:spMk id="2" creationId="{11F17816-4E09-0EA6-B0E0-1C0197EAC39D}"/>
          </ac:spMkLst>
        </pc:spChg>
        <pc:spChg chg="mod">
          <ac:chgData name="Agboola, May" userId="S::may.agboola@capgemini.com::52cf345f-a5b3-4f7c-867d-184c6759c052" providerId="AD" clId="Web-{456F7479-2F27-8378-F0B4-0231C1596441}" dt="2026-05-15T12:51:11.003" v="10"/>
          <ac:spMkLst>
            <pc:docMk/>
            <pc:sldMk cId="934019029" sldId="2145706689"/>
            <ac:spMk id="3" creationId="{80AB792B-B2FA-57CB-3DE3-7230331A6D6F}"/>
          </ac:spMkLst>
        </pc:spChg>
        <pc:spChg chg="mod modVis">
          <ac:chgData name="Agboola, May" userId="S::may.agboola@capgemini.com::52cf345f-a5b3-4f7c-867d-184c6759c052" providerId="AD" clId="Web-{456F7479-2F27-8378-F0B4-0231C1596441}" dt="2026-05-15T12:51:11.003" v="10"/>
          <ac:spMkLst>
            <pc:docMk/>
            <pc:sldMk cId="934019029" sldId="2145706689"/>
            <ac:spMk id="4" creationId="{06124849-DC31-5922-8D49-45F75CA3E620}"/>
          </ac:spMkLst>
        </pc:spChg>
        <pc:picChg chg="add mod ord">
          <ac:chgData name="Agboola, May" userId="S::may.agboola@capgemini.com::52cf345f-a5b3-4f7c-867d-184c6759c052" providerId="AD" clId="Web-{456F7479-2F27-8378-F0B4-0231C1596441}" dt="2026-05-15T12:51:11.003" v="10"/>
          <ac:picMkLst>
            <pc:docMk/>
            <pc:sldMk cId="934019029" sldId="2145706689"/>
            <ac:picMk id="5" creationId="{CBFB8DF7-28B7-52BA-8993-A9356357AE88}"/>
          </ac:picMkLst>
        </pc:picChg>
      </pc:sldChg>
      <pc:sldChg chg="addSp modSp new mod modClrScheme chgLayout">
        <pc:chgData name="Agboola, May" userId="S::may.agboola@capgemini.com::52cf345f-a5b3-4f7c-867d-184c6759c052" providerId="AD" clId="Web-{456F7479-2F27-8378-F0B4-0231C1596441}" dt="2026-05-15T12:52:13.597" v="14"/>
        <pc:sldMkLst>
          <pc:docMk/>
          <pc:sldMk cId="867307037" sldId="2145706690"/>
        </pc:sldMkLst>
        <pc:spChg chg="mod modVis">
          <ac:chgData name="Agboola, May" userId="S::may.agboola@capgemini.com::52cf345f-a5b3-4f7c-867d-184c6759c052" providerId="AD" clId="Web-{456F7479-2F27-8378-F0B4-0231C1596441}" dt="2026-05-15T12:52:13.597" v="14"/>
          <ac:spMkLst>
            <pc:docMk/>
            <pc:sldMk cId="867307037" sldId="2145706690"/>
            <ac:spMk id="2" creationId="{9BB5A13A-3209-DD66-4C51-4F53C5A1F0BB}"/>
          </ac:spMkLst>
        </pc:spChg>
        <pc:spChg chg="mod">
          <ac:chgData name="Agboola, May" userId="S::may.agboola@capgemini.com::52cf345f-a5b3-4f7c-867d-184c6759c052" providerId="AD" clId="Web-{456F7479-2F27-8378-F0B4-0231C1596441}" dt="2026-05-15T12:52:13.597" v="14"/>
          <ac:spMkLst>
            <pc:docMk/>
            <pc:sldMk cId="867307037" sldId="2145706690"/>
            <ac:spMk id="3" creationId="{7BF00502-2C85-B950-5301-27F10DD1B646}"/>
          </ac:spMkLst>
        </pc:spChg>
        <pc:spChg chg="mod modVis">
          <ac:chgData name="Agboola, May" userId="S::may.agboola@capgemini.com::52cf345f-a5b3-4f7c-867d-184c6759c052" providerId="AD" clId="Web-{456F7479-2F27-8378-F0B4-0231C1596441}" dt="2026-05-15T12:52:13.597" v="14"/>
          <ac:spMkLst>
            <pc:docMk/>
            <pc:sldMk cId="867307037" sldId="2145706690"/>
            <ac:spMk id="4" creationId="{BB03C9F3-5535-20B1-86E9-23FD78F799EA}"/>
          </ac:spMkLst>
        </pc:spChg>
        <pc:picChg chg="add mod ord">
          <ac:chgData name="Agboola, May" userId="S::may.agboola@capgemini.com::52cf345f-a5b3-4f7c-867d-184c6759c052" providerId="AD" clId="Web-{456F7479-2F27-8378-F0B4-0231C1596441}" dt="2026-05-15T12:52:13.597" v="14"/>
          <ac:picMkLst>
            <pc:docMk/>
            <pc:sldMk cId="867307037" sldId="2145706690"/>
            <ac:picMk id="5" creationId="{17538939-51F7-C997-C8EE-55BD69F299FF}"/>
          </ac:picMkLst>
        </pc:picChg>
      </pc:sldChg>
      <pc:sldChg chg="addSp modSp new mod ord modClrScheme chgLayout">
        <pc:chgData name="Agboola, May" userId="S::may.agboola@capgemini.com::52cf345f-a5b3-4f7c-867d-184c6759c052" providerId="AD" clId="Web-{456F7479-2F27-8378-F0B4-0231C1596441}" dt="2026-05-15T12:56:23.852" v="23"/>
        <pc:sldMkLst>
          <pc:docMk/>
          <pc:sldMk cId="3755109479" sldId="2145706691"/>
        </pc:sldMkLst>
        <pc:spChg chg="mod modVis">
          <ac:chgData name="Agboola, May" userId="S::may.agboola@capgemini.com::52cf345f-a5b3-4f7c-867d-184c6759c052" providerId="AD" clId="Web-{456F7479-2F27-8378-F0B4-0231C1596441}" dt="2026-05-15T12:55:33.490" v="20"/>
          <ac:spMkLst>
            <pc:docMk/>
            <pc:sldMk cId="3755109479" sldId="2145706691"/>
            <ac:spMk id="2" creationId="{D2A86F60-DBF1-CD70-5D74-54C2CE9B2A1F}"/>
          </ac:spMkLst>
        </pc:spChg>
        <pc:spChg chg="mod">
          <ac:chgData name="Agboola, May" userId="S::may.agboola@capgemini.com::52cf345f-a5b3-4f7c-867d-184c6759c052" providerId="AD" clId="Web-{456F7479-2F27-8378-F0B4-0231C1596441}" dt="2026-05-15T12:55:33.490" v="20"/>
          <ac:spMkLst>
            <pc:docMk/>
            <pc:sldMk cId="3755109479" sldId="2145706691"/>
            <ac:spMk id="3" creationId="{4E53D9B2-0598-58AF-57E3-23200CD2B90C}"/>
          </ac:spMkLst>
        </pc:spChg>
        <pc:spChg chg="mod modVis">
          <ac:chgData name="Agboola, May" userId="S::may.agboola@capgemini.com::52cf345f-a5b3-4f7c-867d-184c6759c052" providerId="AD" clId="Web-{456F7479-2F27-8378-F0B4-0231C1596441}" dt="2026-05-15T12:55:33.490" v="20"/>
          <ac:spMkLst>
            <pc:docMk/>
            <pc:sldMk cId="3755109479" sldId="2145706691"/>
            <ac:spMk id="4" creationId="{60744B14-C457-3F87-3E63-D9CC765D172D}"/>
          </ac:spMkLst>
        </pc:spChg>
        <pc:picChg chg="add mod ord">
          <ac:chgData name="Agboola, May" userId="S::may.agboola@capgemini.com::52cf345f-a5b3-4f7c-867d-184c6759c052" providerId="AD" clId="Web-{456F7479-2F27-8378-F0B4-0231C1596441}" dt="2026-05-15T12:55:33.490" v="20"/>
          <ac:picMkLst>
            <pc:docMk/>
            <pc:sldMk cId="3755109479" sldId="2145706691"/>
            <ac:picMk id="5" creationId="{4D439941-5128-AC6D-082B-6716EEB2A171}"/>
          </ac:picMkLst>
        </pc:picChg>
      </pc:sldChg>
      <pc:sldChg chg="addSp modSp new mod ord modClrScheme chgLayout">
        <pc:chgData name="Agboola, May" userId="S::may.agboola@capgemini.com::52cf345f-a5b3-4f7c-867d-184c6759c052" providerId="AD" clId="Web-{456F7479-2F27-8378-F0B4-0231C1596441}" dt="2026-05-15T12:56:39.290" v="26"/>
        <pc:sldMkLst>
          <pc:docMk/>
          <pc:sldMk cId="1739443492" sldId="2145706692"/>
        </pc:sldMkLst>
        <pc:spChg chg="mod modVis">
          <ac:chgData name="Agboola, May" userId="S::may.agboola@capgemini.com::52cf345f-a5b3-4f7c-867d-184c6759c052" providerId="AD" clId="Web-{456F7479-2F27-8378-F0B4-0231C1596441}" dt="2026-05-15T12:56:35.884" v="25"/>
          <ac:spMkLst>
            <pc:docMk/>
            <pc:sldMk cId="1739443492" sldId="2145706692"/>
            <ac:spMk id="2" creationId="{C06F5508-00C8-EF70-E0B1-523D0F81B20C}"/>
          </ac:spMkLst>
        </pc:spChg>
        <pc:spChg chg="mod">
          <ac:chgData name="Agboola, May" userId="S::may.agboola@capgemini.com::52cf345f-a5b3-4f7c-867d-184c6759c052" providerId="AD" clId="Web-{456F7479-2F27-8378-F0B4-0231C1596441}" dt="2026-05-15T12:56:35.884" v="25"/>
          <ac:spMkLst>
            <pc:docMk/>
            <pc:sldMk cId="1739443492" sldId="2145706692"/>
            <ac:spMk id="3" creationId="{13AAC3A4-A51D-AC62-8EBB-D4984FF9E706}"/>
          </ac:spMkLst>
        </pc:spChg>
        <pc:spChg chg="mod modVis">
          <ac:chgData name="Agboola, May" userId="S::may.agboola@capgemini.com::52cf345f-a5b3-4f7c-867d-184c6759c052" providerId="AD" clId="Web-{456F7479-2F27-8378-F0B4-0231C1596441}" dt="2026-05-15T12:56:35.884" v="25"/>
          <ac:spMkLst>
            <pc:docMk/>
            <pc:sldMk cId="1739443492" sldId="2145706692"/>
            <ac:spMk id="4" creationId="{0C97D59C-08A0-BA97-9967-8B5D642AA465}"/>
          </ac:spMkLst>
        </pc:spChg>
        <pc:picChg chg="add mod ord">
          <ac:chgData name="Agboola, May" userId="S::may.agboola@capgemini.com::52cf345f-a5b3-4f7c-867d-184c6759c052" providerId="AD" clId="Web-{456F7479-2F27-8378-F0B4-0231C1596441}" dt="2026-05-15T12:56:35.884" v="25"/>
          <ac:picMkLst>
            <pc:docMk/>
            <pc:sldMk cId="1739443492" sldId="2145706692"/>
            <ac:picMk id="5" creationId="{3F668B2E-4B91-A8EB-211E-F70EFA7DB922}"/>
          </ac:picMkLst>
        </pc:picChg>
      </pc:sldChg>
      <pc:sldChg chg="addSp delSp modSp new mod ord modClrScheme chgLayout">
        <pc:chgData name="Agboola, May" userId="S::may.agboola@capgemini.com::52cf345f-a5b3-4f7c-867d-184c6759c052" providerId="AD" clId="Web-{456F7479-2F27-8378-F0B4-0231C1596441}" dt="2026-05-15T13:24:56.038" v="54" actId="1076"/>
        <pc:sldMkLst>
          <pc:docMk/>
          <pc:sldMk cId="363641827" sldId="2145706693"/>
        </pc:sldMkLst>
        <pc:spChg chg="mod modVis">
          <ac:chgData name="Agboola, May" userId="S::may.agboola@capgemini.com::52cf345f-a5b3-4f7c-867d-184c6759c052" providerId="AD" clId="Web-{456F7479-2F27-8378-F0B4-0231C1596441}" dt="2026-05-15T13:02:45.209" v="34"/>
          <ac:spMkLst>
            <pc:docMk/>
            <pc:sldMk cId="363641827" sldId="2145706693"/>
            <ac:spMk id="2" creationId="{13C46D3B-6CD1-68CB-B5BC-B3E9654F3C51}"/>
          </ac:spMkLst>
        </pc:spChg>
        <pc:spChg chg="mod">
          <ac:chgData name="Agboola, May" userId="S::may.agboola@capgemini.com::52cf345f-a5b3-4f7c-867d-184c6759c052" providerId="AD" clId="Web-{456F7479-2F27-8378-F0B4-0231C1596441}" dt="2026-05-15T13:02:45.209" v="34"/>
          <ac:spMkLst>
            <pc:docMk/>
            <pc:sldMk cId="363641827" sldId="2145706693"/>
            <ac:spMk id="3" creationId="{FAF96622-12D8-F83C-B0CA-99FF5D7F449E}"/>
          </ac:spMkLst>
        </pc:spChg>
        <pc:spChg chg="mod modVis">
          <ac:chgData name="Agboola, May" userId="S::may.agboola@capgemini.com::52cf345f-a5b3-4f7c-867d-184c6759c052" providerId="AD" clId="Web-{456F7479-2F27-8378-F0B4-0231C1596441}" dt="2026-05-15T13:02:45.209" v="34"/>
          <ac:spMkLst>
            <pc:docMk/>
            <pc:sldMk cId="363641827" sldId="2145706693"/>
            <ac:spMk id="4" creationId="{17A04FF7-4622-F92F-525D-DDF88CD2EFB0}"/>
          </ac:spMkLst>
        </pc:spChg>
        <pc:picChg chg="add mod ord">
          <ac:chgData name="Agboola, May" userId="S::may.agboola@capgemini.com::52cf345f-a5b3-4f7c-867d-184c6759c052" providerId="AD" clId="Web-{456F7479-2F27-8378-F0B4-0231C1596441}" dt="2026-05-15T13:02:45.209" v="34"/>
          <ac:picMkLst>
            <pc:docMk/>
            <pc:sldMk cId="363641827" sldId="2145706693"/>
            <ac:picMk id="5" creationId="{8F4082F9-7F76-E9C5-6F7E-D2DC8ECAF7FB}"/>
          </ac:picMkLst>
        </pc:picChg>
        <pc:picChg chg="add del mod">
          <ac:chgData name="Agboola, May" userId="S::may.agboola@capgemini.com::52cf345f-a5b3-4f7c-867d-184c6759c052" providerId="AD" clId="Web-{456F7479-2F27-8378-F0B4-0231C1596441}" dt="2026-05-15T13:24:40.958" v="49"/>
          <ac:picMkLst>
            <pc:docMk/>
            <pc:sldMk cId="363641827" sldId="2145706693"/>
            <ac:picMk id="6" creationId="{394EE395-396E-AC7F-90BC-7EBD800103BA}"/>
          </ac:picMkLst>
        </pc:picChg>
        <pc:picChg chg="add mod">
          <ac:chgData name="Agboola, May" userId="S::may.agboola@capgemini.com::52cf345f-a5b3-4f7c-867d-184c6759c052" providerId="AD" clId="Web-{456F7479-2F27-8378-F0B4-0231C1596441}" dt="2026-05-15T13:19:30.855" v="45" actId="1076"/>
          <ac:picMkLst>
            <pc:docMk/>
            <pc:sldMk cId="363641827" sldId="2145706693"/>
            <ac:picMk id="7" creationId="{8EB9069B-476C-1D93-4253-70716CA20AF5}"/>
          </ac:picMkLst>
        </pc:picChg>
        <pc:picChg chg="add mod">
          <ac:chgData name="Agboola, May" userId="S::may.agboola@capgemini.com::52cf345f-a5b3-4f7c-867d-184c6759c052" providerId="AD" clId="Web-{456F7479-2F27-8378-F0B4-0231C1596441}" dt="2026-05-15T13:19:47.746" v="48" actId="1076"/>
          <ac:picMkLst>
            <pc:docMk/>
            <pc:sldMk cId="363641827" sldId="2145706693"/>
            <ac:picMk id="8" creationId="{719FB2D6-5A6F-4006-9B68-6F4C4D400EB1}"/>
          </ac:picMkLst>
        </pc:picChg>
        <pc:picChg chg="add mod">
          <ac:chgData name="Agboola, May" userId="S::may.agboola@capgemini.com::52cf345f-a5b3-4f7c-867d-184c6759c052" providerId="AD" clId="Web-{456F7479-2F27-8378-F0B4-0231C1596441}" dt="2026-05-15T13:24:56.038" v="54" actId="1076"/>
          <ac:picMkLst>
            <pc:docMk/>
            <pc:sldMk cId="363641827" sldId="2145706693"/>
            <ac:picMk id="18" creationId="{00F72F31-DA88-88A4-E828-5000DF6FEDBC}"/>
          </ac:picMkLst>
        </pc:picChg>
      </pc:sldChg>
    </pc:docChg>
  </pc:docChgLst>
  <pc:docChgLst>
    <pc:chgData name="Agboola, May" userId="S::may.agboola@capgemini.com::52cf345f-a5b3-4f7c-867d-184c6759c052" providerId="AD" clId="Web-{3B0B57E7-A0FB-C214-AEB9-0ABEA19AE746}"/>
    <pc:docChg chg="sldOrd">
      <pc:chgData name="Agboola, May" userId="S::may.agboola@capgemini.com::52cf345f-a5b3-4f7c-867d-184c6759c052" providerId="AD" clId="Web-{3B0B57E7-A0FB-C214-AEB9-0ABEA19AE746}" dt="2026-05-15T12:34:15.471" v="1"/>
      <pc:docMkLst>
        <pc:docMk/>
      </pc:docMkLst>
      <pc:sldChg chg="ord">
        <pc:chgData name="Agboola, May" userId="S::may.agboola@capgemini.com::52cf345f-a5b3-4f7c-867d-184c6759c052" providerId="AD" clId="Web-{3B0B57E7-A0FB-C214-AEB9-0ABEA19AE746}" dt="2026-05-15T12:34:15.471" v="1"/>
        <pc:sldMkLst>
          <pc:docMk/>
          <pc:sldMk cId="1992626552" sldId="2145706687"/>
        </pc:sldMkLst>
      </pc:sldChg>
    </pc:docChg>
  </pc:docChgLst>
  <pc:docChgLst>
    <pc:chgData name="Agboola, May" userId="S::may.agboola@capgemini.com::52cf345f-a5b3-4f7c-867d-184c6759c052" providerId="AD" clId="Web-{FACB5A3F-C87C-5FC2-8311-31FD4AA7AD7C}"/>
    <pc:docChg chg="modSld">
      <pc:chgData name="Agboola, May" userId="S::may.agboola@capgemini.com::52cf345f-a5b3-4f7c-867d-184c6759c052" providerId="AD" clId="Web-{FACB5A3F-C87C-5FC2-8311-31FD4AA7AD7C}" dt="2026-05-13T14:41:54.690" v="83" actId="1076"/>
      <pc:docMkLst>
        <pc:docMk/>
      </pc:docMkLst>
      <pc:sldChg chg="addSp delSp modSp">
        <pc:chgData name="Agboola, May" userId="S::may.agboola@capgemini.com::52cf345f-a5b3-4f7c-867d-184c6759c052" providerId="AD" clId="Web-{FACB5A3F-C87C-5FC2-8311-31FD4AA7AD7C}" dt="2026-05-13T14:41:54.690" v="83" actId="1076"/>
        <pc:sldMkLst>
          <pc:docMk/>
          <pc:sldMk cId="1992626552" sldId="2145706687"/>
        </pc:sldMkLst>
        <pc:spChg chg="mod">
          <ac:chgData name="Agboola, May" userId="S::may.agboola@capgemini.com::52cf345f-a5b3-4f7c-867d-184c6759c052" providerId="AD" clId="Web-{FACB5A3F-C87C-5FC2-8311-31FD4AA7AD7C}" dt="2026-05-13T14:33:12.469" v="34" actId="20577"/>
          <ac:spMkLst>
            <pc:docMk/>
            <pc:sldMk cId="1992626552" sldId="2145706687"/>
            <ac:spMk id="19" creationId="{21586E4D-EE77-E4FD-CA53-E3F600CD0DB0}"/>
          </ac:spMkLst>
        </pc:spChg>
        <pc:spChg chg="mod">
          <ac:chgData name="Agboola, May" userId="S::may.agboola@capgemini.com::52cf345f-a5b3-4f7c-867d-184c6759c052" providerId="AD" clId="Web-{FACB5A3F-C87C-5FC2-8311-31FD4AA7AD7C}" dt="2026-05-13T14:33:34.845" v="39" actId="20577"/>
          <ac:spMkLst>
            <pc:docMk/>
            <pc:sldMk cId="1992626552" sldId="2145706687"/>
            <ac:spMk id="21" creationId="{C0D81216-000D-3F33-FDED-FA89B0AB9803}"/>
          </ac:spMkLst>
        </pc:spChg>
        <pc:spChg chg="mod">
          <ac:chgData name="Agboola, May" userId="S::may.agboola@capgemini.com::52cf345f-a5b3-4f7c-867d-184c6759c052" providerId="AD" clId="Web-{FACB5A3F-C87C-5FC2-8311-31FD4AA7AD7C}" dt="2026-05-13T14:41:54.690" v="82" actId="1076"/>
          <ac:spMkLst>
            <pc:docMk/>
            <pc:sldMk cId="1992626552" sldId="2145706687"/>
            <ac:spMk id="27" creationId="{55DBE0D7-7E7C-75B7-01F7-F1F2B6C7CB15}"/>
          </ac:spMkLst>
        </pc:spChg>
        <pc:spChg chg="mod">
          <ac:chgData name="Agboola, May" userId="S::may.agboola@capgemini.com::52cf345f-a5b3-4f7c-867d-184c6759c052" providerId="AD" clId="Web-{FACB5A3F-C87C-5FC2-8311-31FD4AA7AD7C}" dt="2026-05-13T14:41:13.111" v="72" actId="1076"/>
          <ac:spMkLst>
            <pc:docMk/>
            <pc:sldMk cId="1992626552" sldId="2145706687"/>
            <ac:spMk id="32" creationId="{E2BBC882-B2ED-DDEC-78DA-434FEDBD2216}"/>
          </ac:spMkLst>
        </pc:spChg>
        <pc:spChg chg="mod">
          <ac:chgData name="Agboola, May" userId="S::may.agboola@capgemini.com::52cf345f-a5b3-4f7c-867d-184c6759c052" providerId="AD" clId="Web-{FACB5A3F-C87C-5FC2-8311-31FD4AA7AD7C}" dt="2026-05-13T14:41:12.845" v="68" actId="1076"/>
          <ac:spMkLst>
            <pc:docMk/>
            <pc:sldMk cId="1992626552" sldId="2145706687"/>
            <ac:spMk id="275" creationId="{DC541EBB-6613-AD9C-9D31-D2B84238741A}"/>
          </ac:spMkLst>
        </pc:spChg>
        <pc:spChg chg="mod">
          <ac:chgData name="Agboola, May" userId="S::may.agboola@capgemini.com::52cf345f-a5b3-4f7c-867d-184c6759c052" providerId="AD" clId="Web-{FACB5A3F-C87C-5FC2-8311-31FD4AA7AD7C}" dt="2026-05-13T14:41:54.690" v="80" actId="1076"/>
          <ac:spMkLst>
            <pc:docMk/>
            <pc:sldMk cId="1992626552" sldId="2145706687"/>
            <ac:spMk id="400" creationId="{C30F76DB-C63A-C22F-B3F6-D1C18F5C4914}"/>
          </ac:spMkLst>
        </pc:spChg>
        <pc:spChg chg="mod">
          <ac:chgData name="Agboola, May" userId="S::may.agboola@capgemini.com::52cf345f-a5b3-4f7c-867d-184c6759c052" providerId="AD" clId="Web-{FACB5A3F-C87C-5FC2-8311-31FD4AA7AD7C}" dt="2026-05-13T14:41:54.690" v="79" actId="1076"/>
          <ac:spMkLst>
            <pc:docMk/>
            <pc:sldMk cId="1992626552" sldId="2145706687"/>
            <ac:spMk id="465" creationId="{9BD57C74-EB67-9C24-D2A7-5D116CBC2DA7}"/>
          </ac:spMkLst>
        </pc:spChg>
        <pc:grpChg chg="mod">
          <ac:chgData name="Agboola, May" userId="S::may.agboola@capgemini.com::52cf345f-a5b3-4f7c-867d-184c6759c052" providerId="AD" clId="Web-{FACB5A3F-C87C-5FC2-8311-31FD4AA7AD7C}" dt="2026-05-13T14:41:54.690" v="81" actId="1076"/>
          <ac:grpSpMkLst>
            <pc:docMk/>
            <pc:sldMk cId="1992626552" sldId="2145706687"/>
            <ac:grpSpMk id="376" creationId="{57EF049B-4CF1-45DA-B0F8-1F0F8CD8A9E6}"/>
          </ac:grpSpMkLst>
        </pc:grpChg>
        <pc:cxnChg chg="mod">
          <ac:chgData name="Agboola, May" userId="S::may.agboola@capgemini.com::52cf345f-a5b3-4f7c-867d-184c6759c052" providerId="AD" clId="Web-{FACB5A3F-C87C-5FC2-8311-31FD4AA7AD7C}" dt="2026-05-13T14:41:54.690" v="83" actId="1076"/>
          <ac:cxnSpMkLst>
            <pc:docMk/>
            <pc:sldMk cId="1992626552" sldId="2145706687"/>
            <ac:cxnSpMk id="95" creationId="{028F8982-267F-8F19-EF4D-E1457E04B8D5}"/>
          </ac:cxnSpMkLst>
        </pc:cxnChg>
        <pc:cxnChg chg="mod">
          <ac:chgData name="Agboola, May" userId="S::may.agboola@capgemini.com::52cf345f-a5b3-4f7c-867d-184c6759c052" providerId="AD" clId="Web-{FACB5A3F-C87C-5FC2-8311-31FD4AA7AD7C}" dt="2026-05-13T14:41:54.690" v="81" actId="1076"/>
          <ac:cxnSpMkLst>
            <pc:docMk/>
            <pc:sldMk cId="1992626552" sldId="2145706687"/>
            <ac:cxnSpMk id="380" creationId="{74168824-BA84-55D4-253B-79CCC953C9D9}"/>
          </ac:cxnSpMkLst>
        </pc:cxnChg>
      </pc:sldChg>
    </pc:docChg>
  </pc:docChgLst>
  <pc:docChgLst>
    <pc:chgData name="Varatharajan, Padma" userId="S::padma.varatharajan@capgemini.com::caeecf53-1969-4d00-9122-acd3073a295c" providerId="AD" clId="Web-{3FFF4EBD-2453-5543-0C2B-5D227F40B3FE}"/>
    <pc:docChg chg="sldOrd">
      <pc:chgData name="Varatharajan, Padma" userId="S::padma.varatharajan@capgemini.com::caeecf53-1969-4d00-9122-acd3073a295c" providerId="AD" clId="Web-{3FFF4EBD-2453-5543-0C2B-5D227F40B3FE}" dt="2026-05-15T10:34:31.229" v="2"/>
      <pc:docMkLst>
        <pc:docMk/>
      </pc:docMkLst>
      <pc:sldChg chg="ord">
        <pc:chgData name="Varatharajan, Padma" userId="S::padma.varatharajan@capgemini.com::caeecf53-1969-4d00-9122-acd3073a295c" providerId="AD" clId="Web-{3FFF4EBD-2453-5543-0C2B-5D227F40B3FE}" dt="2026-05-15T10:34:17.260" v="0"/>
        <pc:sldMkLst>
          <pc:docMk/>
          <pc:sldMk cId="2848368413" sldId="2145706679"/>
        </pc:sldMkLst>
      </pc:sldChg>
      <pc:sldChg chg="ord">
        <pc:chgData name="Varatharajan, Padma" userId="S::padma.varatharajan@capgemini.com::caeecf53-1969-4d00-9122-acd3073a295c" providerId="AD" clId="Web-{3FFF4EBD-2453-5543-0C2B-5D227F40B3FE}" dt="2026-05-15T10:34:31.229" v="2"/>
        <pc:sldMkLst>
          <pc:docMk/>
          <pc:sldMk cId="1992626552" sldId="2145706687"/>
        </pc:sldMkLst>
      </pc:sldChg>
    </pc:docChg>
  </pc:docChgLst>
  <pc:docChgLst>
    <pc:chgData name="Agboola, May" userId="S::may.agboola@capgemini.com::52cf345f-a5b3-4f7c-867d-184c6759c052" providerId="AD" clId="Web-{B010C7AA-30C8-D8A4-C14A-48917713C24D}"/>
    <pc:docChg chg="sldOrd">
      <pc:chgData name="Agboola, May" userId="S::may.agboola@capgemini.com::52cf345f-a5b3-4f7c-867d-184c6759c052" providerId="AD" clId="Web-{B010C7AA-30C8-D8A4-C14A-48917713C24D}" dt="2026-05-15T10:18:37.325" v="0"/>
      <pc:docMkLst>
        <pc:docMk/>
      </pc:docMkLst>
      <pc:sldChg chg="ord">
        <pc:chgData name="Agboola, May" userId="S::may.agboola@capgemini.com::52cf345f-a5b3-4f7c-867d-184c6759c052" providerId="AD" clId="Web-{B010C7AA-30C8-D8A4-C14A-48917713C24D}" dt="2026-05-15T10:18:37.325" v="0"/>
        <pc:sldMkLst>
          <pc:docMk/>
          <pc:sldMk cId="2848368413" sldId="2145706679"/>
        </pc:sldMkLst>
      </pc:sldChg>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1T13:52:02.159"/>
    </inkml:context>
    <inkml:brush xml:id="br0">
      <inkml:brushProperty name="width" value="0.1" units="cm"/>
      <inkml:brushProperty name="height" value="0.1" units="cm"/>
    </inkml:brush>
  </inkml:definitions>
  <inkml:trace contextRef="#ctx0" brushRef="#br0">1070 10067 16383 0 0,'0'0'0'0'0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PL"/>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1EFCD6C-6423-8F47-8CE2-0C68727CE676}" type="datetimeFigureOut">
              <a:rPr lang="en-PL" smtClean="0"/>
              <a:t>05/15/2026</a:t>
            </a:fld>
            <a:endParaRPr lang="en-PL"/>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PL"/>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PL"/>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DB1FBD7-F02D-4C4F-915F-35E35DACACBF}" type="slidenum">
              <a:rPr lang="en-PL" smtClean="0"/>
              <a:t>‹#›</a:t>
            </a:fld>
            <a:endParaRPr lang="en-PL"/>
          </a:p>
        </p:txBody>
      </p:sp>
    </p:spTree>
    <p:extLst>
      <p:ext uri="{BB962C8B-B14F-4D97-AF65-F5344CB8AC3E}">
        <p14:creationId xmlns:p14="http://schemas.microsoft.com/office/powerpoint/2010/main" val="7134012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8" Type="http://schemas.openxmlformats.org/officeDocument/2006/relationships/hyperlink" Target="http://www.linkedin.com/company/capgemini" TargetMode="External"/><Relationship Id="rId3" Type="http://schemas.openxmlformats.org/officeDocument/2006/relationships/image" Target="../media/image4.png"/><Relationship Id="rId7" Type="http://schemas.openxmlformats.org/officeDocument/2006/relationships/image" Target="../media/image6.png"/><Relationship Id="rId2" Type="http://schemas.openxmlformats.org/officeDocument/2006/relationships/hyperlink" Target="https://www.glassdoor.com/Overview/Working-at-Capgemini-EI_IE3803.11,20.htm" TargetMode="External"/><Relationship Id="rId1" Type="http://schemas.openxmlformats.org/officeDocument/2006/relationships/slideMaster" Target="../slideMasters/slideMaster1.xml"/><Relationship Id="rId6" Type="http://schemas.openxmlformats.org/officeDocument/2006/relationships/hyperlink" Target="http://www.facebook.com/capgemini" TargetMode="External"/><Relationship Id="rId11" Type="http://schemas.openxmlformats.org/officeDocument/2006/relationships/image" Target="../media/image8.png"/><Relationship Id="rId5" Type="http://schemas.openxmlformats.org/officeDocument/2006/relationships/image" Target="../media/image5.png"/><Relationship Id="rId10" Type="http://schemas.openxmlformats.org/officeDocument/2006/relationships/hyperlink" Target="https://www.instagram.com/capgemini/" TargetMode="External"/><Relationship Id="rId4" Type="http://schemas.openxmlformats.org/officeDocument/2006/relationships/hyperlink" Target="http://www.youtube.com/capgeminimedia" TargetMode="External"/><Relationship Id="rId9" Type="http://schemas.openxmlformats.org/officeDocument/2006/relationships/image" Target="../media/image7.png"/></Relationships>
</file>

<file path=ppt/slideLayouts/_rels/slideLayout33.xml.rels><?xml version="1.0" encoding="UTF-8" standalone="yes"?>
<Relationships xmlns="http://schemas.openxmlformats.org/package/2006/relationships"><Relationship Id="rId8" Type="http://schemas.openxmlformats.org/officeDocument/2006/relationships/hyperlink" Target="http://www.facebook.com/capgemini" TargetMode="External"/><Relationship Id="rId13" Type="http://schemas.microsoft.com/office/2007/relationships/hdphoto" Target="../media/hdphoto4.wdp"/><Relationship Id="rId3" Type="http://schemas.openxmlformats.org/officeDocument/2006/relationships/image" Target="../media/image9.png"/><Relationship Id="rId7" Type="http://schemas.microsoft.com/office/2007/relationships/hdphoto" Target="../media/hdphoto2.wdp"/><Relationship Id="rId12" Type="http://schemas.openxmlformats.org/officeDocument/2006/relationships/image" Target="../media/image12.png"/><Relationship Id="rId2" Type="http://schemas.openxmlformats.org/officeDocument/2006/relationships/hyperlink" Target="https://www.glassdoor.com/Overview/Working-at-Capgemini-EI_IE3803.11,20.htm" TargetMode="External"/><Relationship Id="rId16" Type="http://schemas.microsoft.com/office/2007/relationships/hdphoto" Target="../media/hdphoto5.wdp"/><Relationship Id="rId1" Type="http://schemas.openxmlformats.org/officeDocument/2006/relationships/slideMaster" Target="../slideMasters/slideMaster1.xml"/><Relationship Id="rId6" Type="http://schemas.openxmlformats.org/officeDocument/2006/relationships/image" Target="../media/image10.png"/><Relationship Id="rId11" Type="http://schemas.openxmlformats.org/officeDocument/2006/relationships/hyperlink" Target="http://www.linkedin.com/company/capgemini" TargetMode="External"/><Relationship Id="rId5" Type="http://schemas.openxmlformats.org/officeDocument/2006/relationships/hyperlink" Target="http://www.youtube.com/capgeminimedia" TargetMode="External"/><Relationship Id="rId15" Type="http://schemas.openxmlformats.org/officeDocument/2006/relationships/image" Target="../media/image13.png"/><Relationship Id="rId10" Type="http://schemas.microsoft.com/office/2007/relationships/hdphoto" Target="../media/hdphoto3.wdp"/><Relationship Id="rId4" Type="http://schemas.microsoft.com/office/2007/relationships/hdphoto" Target="../media/hdphoto1.wdp"/><Relationship Id="rId9" Type="http://schemas.openxmlformats.org/officeDocument/2006/relationships/image" Target="../media/image11.png"/><Relationship Id="rId14" Type="http://schemas.openxmlformats.org/officeDocument/2006/relationships/hyperlink" Target="https://www.instagram.com/capgemini/" TargetMode="Externa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Logo Cut">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5276F6-E981-8407-5AD7-E85838815E5A}"/>
              </a:ext>
            </a:extLst>
          </p:cNvPr>
          <p:cNvSpPr>
            <a:spLocks noGrp="1"/>
          </p:cNvSpPr>
          <p:nvPr>
            <p:ph type="title"/>
          </p:nvPr>
        </p:nvSpPr>
        <p:spPr>
          <a:xfrm>
            <a:off x="2765723" y="1489457"/>
            <a:ext cx="6480175" cy="1677988"/>
          </a:xfrm>
          <a:noFill/>
        </p:spPr>
        <p:txBody>
          <a:bodyPr anchor="b"/>
          <a:lstStyle>
            <a:lvl1pPr algn="ctr">
              <a:defRPr kumimoji="0" lang="en-PL" sz="5400" b="0" i="0" u="none" strike="noStrike" kern="1200" cap="none" spc="0" normalizeH="0" baseline="0" noProof="0" dirty="0">
                <a:ln>
                  <a:noFill/>
                </a:ln>
                <a:solidFill>
                  <a:schemeClr val="bg1"/>
                </a:solidFill>
                <a:effectLst/>
                <a:uLnTx/>
                <a:uFillTx/>
                <a:latin typeface="+mn-lt"/>
                <a:ea typeface="+mj-ea"/>
                <a:cs typeface="+mj-cs"/>
              </a:defRPr>
            </a:lvl1pPr>
          </a:lstStyle>
          <a:p>
            <a:r>
              <a:rPr lang="en-US"/>
              <a:t>Click to edit Master title style</a:t>
            </a:r>
            <a:endParaRPr lang="en-PL"/>
          </a:p>
        </p:txBody>
      </p:sp>
      <p:sp>
        <p:nvSpPr>
          <p:cNvPr id="4" name="Text Placeholder 3">
            <a:extLst>
              <a:ext uri="{FF2B5EF4-FFF2-40B4-BE49-F238E27FC236}">
                <a16:creationId xmlns:a16="http://schemas.microsoft.com/office/drawing/2014/main" id="{710D5C00-226E-1369-C48F-FBB9D0A2D267}"/>
              </a:ext>
            </a:extLst>
          </p:cNvPr>
          <p:cNvSpPr>
            <a:spLocks noGrp="1"/>
          </p:cNvSpPr>
          <p:nvPr>
            <p:ph type="body" sz="quarter" idx="10" hasCustomPrompt="1"/>
          </p:nvPr>
        </p:nvSpPr>
        <p:spPr>
          <a:xfrm>
            <a:off x="2764136" y="3167445"/>
            <a:ext cx="6478587" cy="348286"/>
          </a:xfrm>
          <a:prstGeom prst="rect">
            <a:avLst/>
          </a:prstGeom>
        </p:spPr>
        <p:txBody>
          <a:bodyPr/>
          <a:lstStyle>
            <a:lvl1pPr algn="ctr">
              <a:defRPr lang="en-GB" sz="2000" kern="1200" dirty="0" smtClean="0">
                <a:solidFill>
                  <a:schemeClr val="bg1"/>
                </a:solidFill>
                <a:latin typeface="Ubuntu Light" panose="020B0304030602030204" pitchFamily="34" charset="0"/>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a:t>Click to edit Master subtitle style</a:t>
            </a:r>
            <a:endParaRPr lang="en-US"/>
          </a:p>
        </p:txBody>
      </p:sp>
      <p:sp>
        <p:nvSpPr>
          <p:cNvPr id="6" name="Text Placeholder 3">
            <a:extLst>
              <a:ext uri="{FF2B5EF4-FFF2-40B4-BE49-F238E27FC236}">
                <a16:creationId xmlns:a16="http://schemas.microsoft.com/office/drawing/2014/main" id="{141DE9FA-300D-BBCE-A5BC-ECE60B3F1F61}"/>
              </a:ext>
            </a:extLst>
          </p:cNvPr>
          <p:cNvSpPr>
            <a:spLocks noGrp="1"/>
          </p:cNvSpPr>
          <p:nvPr>
            <p:ph type="body" sz="quarter" idx="11" hasCustomPrompt="1"/>
          </p:nvPr>
        </p:nvSpPr>
        <p:spPr>
          <a:xfrm>
            <a:off x="2763761" y="3709694"/>
            <a:ext cx="6479535" cy="253029"/>
          </a:xfrm>
          <a:prstGeom prst="rect">
            <a:avLst/>
          </a:prstGeom>
        </p:spPr>
        <p:txBody>
          <a:bodyPr/>
          <a:lstStyle>
            <a:lvl1pPr algn="ctr">
              <a:defRPr lang="en-GB" sz="1400" kern="1200" dirty="0" smtClean="0">
                <a:solidFill>
                  <a:schemeClr val="bg1"/>
                </a:solidFill>
                <a:latin typeface="Ubuntu Light" panose="020B0304030602030204" pitchFamily="34" charset="0"/>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a:t>Click to edit Master subtitle style</a:t>
            </a:r>
            <a:endParaRPr lang="en-US"/>
          </a:p>
        </p:txBody>
      </p:sp>
      <p:grpSp>
        <p:nvGrpSpPr>
          <p:cNvPr id="3" name="Group 2">
            <a:extLst>
              <a:ext uri="{FF2B5EF4-FFF2-40B4-BE49-F238E27FC236}">
                <a16:creationId xmlns:a16="http://schemas.microsoft.com/office/drawing/2014/main" id="{29019898-C562-0E25-C4F3-334360D03193}"/>
              </a:ext>
            </a:extLst>
          </p:cNvPr>
          <p:cNvGrpSpPr>
            <a:grpSpLocks noChangeAspect="1"/>
          </p:cNvGrpSpPr>
          <p:nvPr userDrawn="1"/>
        </p:nvGrpSpPr>
        <p:grpSpPr>
          <a:xfrm>
            <a:off x="-175885" y="4642089"/>
            <a:ext cx="12564529" cy="2824804"/>
            <a:chOff x="5094083" y="5360390"/>
            <a:chExt cx="3039349" cy="683316"/>
          </a:xfrm>
          <a:solidFill>
            <a:schemeClr val="tx2"/>
          </a:solidFill>
        </p:grpSpPr>
        <p:sp>
          <p:nvSpPr>
            <p:cNvPr id="7" name="Freeform: Shape 4">
              <a:extLst>
                <a:ext uri="{FF2B5EF4-FFF2-40B4-BE49-F238E27FC236}">
                  <a16:creationId xmlns:a16="http://schemas.microsoft.com/office/drawing/2014/main" id="{F8CB933C-09AA-8C71-2E78-1561B27414F9}"/>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sp>
          <p:nvSpPr>
            <p:cNvPr id="8" name="Freeform: Shape 5">
              <a:extLst>
                <a:ext uri="{FF2B5EF4-FFF2-40B4-BE49-F238E27FC236}">
                  <a16:creationId xmlns:a16="http://schemas.microsoft.com/office/drawing/2014/main" id="{99E6D307-271F-C8DB-706F-FE50815F9A39}"/>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sp>
          <p:nvSpPr>
            <p:cNvPr id="9" name="Freeform: Shape 6">
              <a:extLst>
                <a:ext uri="{FF2B5EF4-FFF2-40B4-BE49-F238E27FC236}">
                  <a16:creationId xmlns:a16="http://schemas.microsoft.com/office/drawing/2014/main" id="{C39B46B1-97A6-4B30-142D-E2A1330E057D}"/>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sp>
          <p:nvSpPr>
            <p:cNvPr id="10" name="Freeform: Shape 7">
              <a:extLst>
                <a:ext uri="{FF2B5EF4-FFF2-40B4-BE49-F238E27FC236}">
                  <a16:creationId xmlns:a16="http://schemas.microsoft.com/office/drawing/2014/main" id="{9BFEC525-2C7E-E980-B007-932804D5D51E}"/>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sp>
          <p:nvSpPr>
            <p:cNvPr id="11" name="Freeform: Shape 8">
              <a:extLst>
                <a:ext uri="{FF2B5EF4-FFF2-40B4-BE49-F238E27FC236}">
                  <a16:creationId xmlns:a16="http://schemas.microsoft.com/office/drawing/2014/main" id="{4A1347D2-8F0A-9DF0-EE43-F2AA0C1B4213}"/>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grpSp>
      <p:sp>
        <p:nvSpPr>
          <p:cNvPr id="12" name="Rectangle 11">
            <a:extLst>
              <a:ext uri="{FF2B5EF4-FFF2-40B4-BE49-F238E27FC236}">
                <a16:creationId xmlns:a16="http://schemas.microsoft.com/office/drawing/2014/main" id="{AEB98D74-27E3-F044-4F08-EF3F7C226178}"/>
              </a:ext>
            </a:extLst>
          </p:cNvPr>
          <p:cNvSpPr/>
          <p:nvPr userDrawn="1"/>
        </p:nvSpPr>
        <p:spPr>
          <a:xfrm>
            <a:off x="-902128" y="2536529"/>
            <a:ext cx="4660490" cy="289102"/>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000000"/>
              </a:solidFill>
              <a:effectLst/>
              <a:uLnTx/>
              <a:uFillTx/>
              <a:latin typeface="Ubuntu"/>
              <a:ea typeface="+mn-ea"/>
              <a:cs typeface="+mn-cs"/>
            </a:endParaRPr>
          </a:p>
        </p:txBody>
      </p:sp>
      <p:sp>
        <p:nvSpPr>
          <p:cNvPr id="16" name="Rectangle 15">
            <a:extLst>
              <a:ext uri="{FF2B5EF4-FFF2-40B4-BE49-F238E27FC236}">
                <a16:creationId xmlns:a16="http://schemas.microsoft.com/office/drawing/2014/main" id="{B977B1B2-8ECC-4719-803F-E7EBCFD4BEF8}"/>
              </a:ext>
            </a:extLst>
          </p:cNvPr>
          <p:cNvSpPr/>
          <p:nvPr userDrawn="1"/>
        </p:nvSpPr>
        <p:spPr>
          <a:xfrm>
            <a:off x="7696229" y="3673621"/>
            <a:ext cx="4660490" cy="289102"/>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000000"/>
              </a:solidFill>
              <a:effectLst/>
              <a:uLnTx/>
              <a:uFillTx/>
              <a:latin typeface="Ubuntu"/>
              <a:ea typeface="+mn-ea"/>
              <a:cs typeface="+mn-cs"/>
            </a:endParaRPr>
          </a:p>
        </p:txBody>
      </p:sp>
    </p:spTree>
    <p:extLst>
      <p:ext uri="{BB962C8B-B14F-4D97-AF65-F5344CB8AC3E}">
        <p14:creationId xmlns:p14="http://schemas.microsoft.com/office/powerpoint/2010/main" val="1999762969"/>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2_Blank">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D05BE089-2489-3604-1BFA-99F26E2657A3}"/>
              </a:ext>
            </a:extLst>
          </p:cNvPr>
          <p:cNvSpPr>
            <a:spLocks noGrp="1"/>
          </p:cNvSpPr>
          <p:nvPr>
            <p:ph type="dt" sz="half" idx="10"/>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27DD8718-6D0F-15C6-4CBD-55C472C3C492}"/>
              </a:ext>
            </a:extLst>
          </p:cNvPr>
          <p:cNvSpPr>
            <a:spLocks noGrp="1"/>
          </p:cNvSpPr>
          <p:nvPr>
            <p:ph type="ftr" sz="quarter" idx="11"/>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A98A8975-BB8E-4570-BA8F-A91834025269}"/>
              </a:ext>
            </a:extLst>
          </p:cNvPr>
          <p:cNvSpPr>
            <a:spLocks noGrp="1"/>
          </p:cNvSpPr>
          <p:nvPr>
            <p:ph type="sldNum" sz="quarter" idx="12"/>
          </p:nvPr>
        </p:nvSpPr>
        <p:spPr/>
        <p:txBody>
          <a:bodyPr/>
          <a:lstStyle/>
          <a:p>
            <a:pPr algn="r"/>
            <a:fld id="{5D9A5160-6218-4E5A-B9E6-B93E3DAE377C}" type="slidenum">
              <a:rPr lang="en-US" smtClean="0"/>
              <a:pPr algn="r"/>
              <a:t>‹#›</a:t>
            </a:fld>
            <a:endParaRPr lang="en-US"/>
          </a:p>
        </p:txBody>
      </p:sp>
      <p:sp>
        <p:nvSpPr>
          <p:cNvPr id="2" name="Rounded Rectangle 1">
            <a:extLst>
              <a:ext uri="{FF2B5EF4-FFF2-40B4-BE49-F238E27FC236}">
                <a16:creationId xmlns:a16="http://schemas.microsoft.com/office/drawing/2014/main" id="{FB5E1A75-4EBA-DF96-78B5-DDD08BCCF2AF}"/>
              </a:ext>
            </a:extLst>
          </p:cNvPr>
          <p:cNvSpPr/>
          <p:nvPr userDrawn="1"/>
        </p:nvSpPr>
        <p:spPr>
          <a:xfrm>
            <a:off x="228600" y="152400"/>
            <a:ext cx="3276600" cy="3810000"/>
          </a:xfrm>
          <a:prstGeom prst="roundRect">
            <a:avLst>
              <a:gd name="adj" fmla="val 5069"/>
            </a:avLst>
          </a:prstGeom>
          <a:gradFill flip="none" rotWithShape="1">
            <a:gsLst>
              <a:gs pos="37000">
                <a:schemeClr val="accent1">
                  <a:lumMod val="67000"/>
                </a:schemeClr>
              </a:gs>
              <a:gs pos="82000">
                <a:schemeClr val="accent1">
                  <a:lumMod val="97000"/>
                  <a:lumOff val="3000"/>
                </a:schemeClr>
              </a:gs>
              <a:gs pos="100000">
                <a:schemeClr val="accent1">
                  <a:lumMod val="60000"/>
                  <a:lumOff val="40000"/>
                </a:schemeClr>
              </a:gs>
            </a:gsLst>
            <a:lin ang="17400000" scaled="0"/>
            <a:tileRect/>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bg1"/>
              </a:solidFill>
            </a:endParaRPr>
          </a:p>
        </p:txBody>
      </p:sp>
      <p:sp>
        <p:nvSpPr>
          <p:cNvPr id="5" name="TextBox 4">
            <a:extLst>
              <a:ext uri="{FF2B5EF4-FFF2-40B4-BE49-F238E27FC236}">
                <a16:creationId xmlns:a16="http://schemas.microsoft.com/office/drawing/2014/main" id="{057B955F-1B62-B2CB-9B0D-4438B88344F6}"/>
              </a:ext>
            </a:extLst>
          </p:cNvPr>
          <p:cNvSpPr txBox="1"/>
          <p:nvPr userDrawn="1"/>
        </p:nvSpPr>
        <p:spPr>
          <a:xfrm>
            <a:off x="381000" y="228600"/>
            <a:ext cx="1263785" cy="263791"/>
          </a:xfrm>
          <a:prstGeom prst="rect">
            <a:avLst/>
          </a:prstGeom>
          <a:noFill/>
        </p:spPr>
        <p:txBody>
          <a:bodyPr vert="horz" wrap="none" lIns="90000" tIns="46800" rIns="90000" bIns="46800" rtlCol="0" anchor="ctr">
            <a:spAutoFit/>
          </a:bodyPr>
          <a:lstStyle/>
          <a:p>
            <a:pPr algn="l">
              <a:spcBef>
                <a:spcPct val="0"/>
              </a:spcBef>
            </a:pPr>
            <a:r>
              <a:rPr lang="en-US" sz="1100">
                <a:solidFill>
                  <a:schemeClr val="bg1"/>
                </a:solidFill>
              </a:rPr>
              <a:t>CASE OVERVIEW</a:t>
            </a:r>
          </a:p>
        </p:txBody>
      </p:sp>
      <p:sp>
        <p:nvSpPr>
          <p:cNvPr id="7" name="TextBox 6">
            <a:extLst>
              <a:ext uri="{FF2B5EF4-FFF2-40B4-BE49-F238E27FC236}">
                <a16:creationId xmlns:a16="http://schemas.microsoft.com/office/drawing/2014/main" id="{3A0C21DE-586C-397B-8753-F537C4EBAA4A}"/>
              </a:ext>
            </a:extLst>
          </p:cNvPr>
          <p:cNvSpPr txBox="1"/>
          <p:nvPr userDrawn="1"/>
        </p:nvSpPr>
        <p:spPr>
          <a:xfrm>
            <a:off x="2587361" y="189020"/>
            <a:ext cx="710749" cy="263791"/>
          </a:xfrm>
          <a:prstGeom prst="rect">
            <a:avLst/>
          </a:prstGeom>
          <a:noFill/>
        </p:spPr>
        <p:txBody>
          <a:bodyPr vert="horz" wrap="none" lIns="90000" tIns="46800" rIns="90000" bIns="46800" rtlCol="0" anchor="ctr">
            <a:spAutoFit/>
          </a:bodyPr>
          <a:lstStyle/>
          <a:p>
            <a:pPr algn="l">
              <a:spcBef>
                <a:spcPct val="0"/>
              </a:spcBef>
            </a:pPr>
            <a:r>
              <a:rPr lang="en-US" sz="1100">
                <a:solidFill>
                  <a:schemeClr val="bg1"/>
                </a:solidFill>
              </a:rPr>
              <a:t>Industry</a:t>
            </a:r>
          </a:p>
        </p:txBody>
      </p:sp>
      <p:sp>
        <p:nvSpPr>
          <p:cNvPr id="8" name="TextBox 7">
            <a:extLst>
              <a:ext uri="{FF2B5EF4-FFF2-40B4-BE49-F238E27FC236}">
                <a16:creationId xmlns:a16="http://schemas.microsoft.com/office/drawing/2014/main" id="{AFCE576E-A8B5-0322-4A16-038C0A6525C3}"/>
              </a:ext>
            </a:extLst>
          </p:cNvPr>
          <p:cNvSpPr txBox="1"/>
          <p:nvPr userDrawn="1"/>
        </p:nvSpPr>
        <p:spPr>
          <a:xfrm>
            <a:off x="381000" y="533400"/>
            <a:ext cx="1820027" cy="402291"/>
          </a:xfrm>
          <a:prstGeom prst="rect">
            <a:avLst/>
          </a:prstGeom>
          <a:noFill/>
        </p:spPr>
        <p:txBody>
          <a:bodyPr vert="horz" wrap="none" lIns="90000" tIns="46800" rIns="90000" bIns="46800" rtlCol="0" anchor="ctr">
            <a:spAutoFit/>
          </a:bodyPr>
          <a:lstStyle/>
          <a:p>
            <a:pPr algn="l">
              <a:spcBef>
                <a:spcPct val="0"/>
              </a:spcBef>
            </a:pPr>
            <a:r>
              <a:rPr lang="en-US" sz="2000">
                <a:solidFill>
                  <a:schemeClr val="bg1"/>
                </a:solidFill>
              </a:rPr>
              <a:t>Process Name</a:t>
            </a:r>
          </a:p>
        </p:txBody>
      </p:sp>
    </p:spTree>
    <p:extLst>
      <p:ext uri="{BB962C8B-B14F-4D97-AF65-F5344CB8AC3E}">
        <p14:creationId xmlns:p14="http://schemas.microsoft.com/office/powerpoint/2010/main" val="7160377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D05BE089-2489-3604-1BFA-99F26E2657A3}"/>
              </a:ext>
            </a:extLst>
          </p:cNvPr>
          <p:cNvSpPr>
            <a:spLocks noGrp="1"/>
          </p:cNvSpPr>
          <p:nvPr>
            <p:ph type="dt" sz="half" idx="10"/>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27DD8718-6D0F-15C6-4CBD-55C472C3C492}"/>
              </a:ext>
            </a:extLst>
          </p:cNvPr>
          <p:cNvSpPr>
            <a:spLocks noGrp="1"/>
          </p:cNvSpPr>
          <p:nvPr>
            <p:ph type="ftr" sz="quarter" idx="11"/>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A98A8975-BB8E-4570-BA8F-A91834025269}"/>
              </a:ext>
            </a:extLst>
          </p:cNvPr>
          <p:cNvSpPr>
            <a:spLocks noGrp="1"/>
          </p:cNvSpPr>
          <p:nvPr>
            <p:ph type="sldNum" sz="quarter" idx="12"/>
          </p:nvPr>
        </p:nvSpPr>
        <p:spPr/>
        <p:txBody>
          <a:bodyPr/>
          <a:lstStyle/>
          <a:p>
            <a:pPr algn="r"/>
            <a:fld id="{5D9A5160-6218-4E5A-B9E6-B93E3DAE377C}" type="slidenum">
              <a:rPr lang="en-US" smtClean="0"/>
              <a:pPr algn="r"/>
              <a:t>‹#›</a:t>
            </a:fld>
            <a:endParaRPr lang="en-US"/>
          </a:p>
        </p:txBody>
      </p:sp>
      <p:sp>
        <p:nvSpPr>
          <p:cNvPr id="2" name="Rounded Rectangle 1">
            <a:extLst>
              <a:ext uri="{FF2B5EF4-FFF2-40B4-BE49-F238E27FC236}">
                <a16:creationId xmlns:a16="http://schemas.microsoft.com/office/drawing/2014/main" id="{5ED96F17-8E1D-2DFB-9678-C900A36D701E}"/>
              </a:ext>
            </a:extLst>
          </p:cNvPr>
          <p:cNvSpPr/>
          <p:nvPr userDrawn="1"/>
        </p:nvSpPr>
        <p:spPr>
          <a:xfrm>
            <a:off x="228599" y="152400"/>
            <a:ext cx="3882053" cy="1066800"/>
          </a:xfrm>
          <a:prstGeom prst="roundRect">
            <a:avLst>
              <a:gd name="adj" fmla="val 5069"/>
            </a:avLst>
          </a:prstGeom>
          <a:gradFill flip="none" rotWithShape="1">
            <a:gsLst>
              <a:gs pos="37000">
                <a:schemeClr val="accent1">
                  <a:lumMod val="67000"/>
                </a:schemeClr>
              </a:gs>
              <a:gs pos="82000">
                <a:schemeClr val="accent1">
                  <a:lumMod val="97000"/>
                  <a:lumOff val="3000"/>
                </a:schemeClr>
              </a:gs>
              <a:gs pos="100000">
                <a:schemeClr val="accent1">
                  <a:lumMod val="60000"/>
                  <a:lumOff val="40000"/>
                </a:schemeClr>
              </a:gs>
            </a:gsLst>
            <a:lin ang="17400000" scaled="0"/>
            <a:tileRect/>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bg1"/>
              </a:solidFill>
            </a:endParaRPr>
          </a:p>
        </p:txBody>
      </p:sp>
      <p:sp>
        <p:nvSpPr>
          <p:cNvPr id="5" name="Rounded Rectangle 4">
            <a:extLst>
              <a:ext uri="{FF2B5EF4-FFF2-40B4-BE49-F238E27FC236}">
                <a16:creationId xmlns:a16="http://schemas.microsoft.com/office/drawing/2014/main" id="{A3563060-2936-91B7-E585-2D5F933D7905}"/>
              </a:ext>
            </a:extLst>
          </p:cNvPr>
          <p:cNvSpPr/>
          <p:nvPr userDrawn="1"/>
        </p:nvSpPr>
        <p:spPr>
          <a:xfrm>
            <a:off x="3888611" y="148291"/>
            <a:ext cx="7838984" cy="1070910"/>
          </a:xfrm>
          <a:prstGeom prst="roundRect">
            <a:avLst>
              <a:gd name="adj" fmla="val 5069"/>
            </a:avLst>
          </a:prstGeom>
          <a:solidFill>
            <a:schemeClr val="bg1"/>
          </a:solidFill>
          <a:ln w="9525">
            <a:solidFill>
              <a:schemeClr val="tx2"/>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bg1"/>
              </a:solidFill>
            </a:endParaRPr>
          </a:p>
        </p:txBody>
      </p:sp>
      <p:sp>
        <p:nvSpPr>
          <p:cNvPr id="7" name="TextBox 6">
            <a:extLst>
              <a:ext uri="{FF2B5EF4-FFF2-40B4-BE49-F238E27FC236}">
                <a16:creationId xmlns:a16="http://schemas.microsoft.com/office/drawing/2014/main" id="{3A7A9AF7-E939-3D90-CEDE-40D540F3D66D}"/>
              </a:ext>
            </a:extLst>
          </p:cNvPr>
          <p:cNvSpPr txBox="1"/>
          <p:nvPr userDrawn="1"/>
        </p:nvSpPr>
        <p:spPr>
          <a:xfrm>
            <a:off x="381000" y="228600"/>
            <a:ext cx="1263785" cy="263791"/>
          </a:xfrm>
          <a:prstGeom prst="rect">
            <a:avLst/>
          </a:prstGeom>
          <a:noFill/>
        </p:spPr>
        <p:txBody>
          <a:bodyPr vert="horz" wrap="none" lIns="90000" tIns="46800" rIns="90000" bIns="46800" rtlCol="0" anchor="ctr">
            <a:spAutoFit/>
          </a:bodyPr>
          <a:lstStyle/>
          <a:p>
            <a:pPr algn="l">
              <a:spcBef>
                <a:spcPct val="0"/>
              </a:spcBef>
            </a:pPr>
            <a:r>
              <a:rPr lang="en-US" sz="1100">
                <a:solidFill>
                  <a:schemeClr val="bg1"/>
                </a:solidFill>
              </a:rPr>
              <a:t>CASE OVERVIEW</a:t>
            </a:r>
          </a:p>
        </p:txBody>
      </p:sp>
      <p:sp>
        <p:nvSpPr>
          <p:cNvPr id="8" name="TextBox 7">
            <a:extLst>
              <a:ext uri="{FF2B5EF4-FFF2-40B4-BE49-F238E27FC236}">
                <a16:creationId xmlns:a16="http://schemas.microsoft.com/office/drawing/2014/main" id="{088CC983-49C6-B05D-A518-613477F4D1C8}"/>
              </a:ext>
            </a:extLst>
          </p:cNvPr>
          <p:cNvSpPr txBox="1"/>
          <p:nvPr userDrawn="1"/>
        </p:nvSpPr>
        <p:spPr>
          <a:xfrm>
            <a:off x="2587361" y="189020"/>
            <a:ext cx="710749" cy="263791"/>
          </a:xfrm>
          <a:prstGeom prst="rect">
            <a:avLst/>
          </a:prstGeom>
          <a:noFill/>
        </p:spPr>
        <p:txBody>
          <a:bodyPr vert="horz" wrap="none" lIns="90000" tIns="46800" rIns="90000" bIns="46800" rtlCol="0" anchor="ctr">
            <a:spAutoFit/>
          </a:bodyPr>
          <a:lstStyle/>
          <a:p>
            <a:pPr algn="l">
              <a:spcBef>
                <a:spcPct val="0"/>
              </a:spcBef>
            </a:pPr>
            <a:r>
              <a:rPr lang="en-US" sz="1100">
                <a:solidFill>
                  <a:schemeClr val="bg1"/>
                </a:solidFill>
              </a:rPr>
              <a:t>Industry</a:t>
            </a:r>
          </a:p>
        </p:txBody>
      </p:sp>
      <p:sp>
        <p:nvSpPr>
          <p:cNvPr id="9" name="TextBox 8">
            <a:extLst>
              <a:ext uri="{FF2B5EF4-FFF2-40B4-BE49-F238E27FC236}">
                <a16:creationId xmlns:a16="http://schemas.microsoft.com/office/drawing/2014/main" id="{7781B0B2-34DD-8721-F816-E4CB93485CEE}"/>
              </a:ext>
            </a:extLst>
          </p:cNvPr>
          <p:cNvSpPr txBox="1"/>
          <p:nvPr userDrawn="1"/>
        </p:nvSpPr>
        <p:spPr>
          <a:xfrm>
            <a:off x="381000" y="533400"/>
            <a:ext cx="1820027" cy="402291"/>
          </a:xfrm>
          <a:prstGeom prst="rect">
            <a:avLst/>
          </a:prstGeom>
          <a:noFill/>
        </p:spPr>
        <p:txBody>
          <a:bodyPr vert="horz" wrap="none" lIns="90000" tIns="46800" rIns="90000" bIns="46800" rtlCol="0" anchor="ctr">
            <a:spAutoFit/>
          </a:bodyPr>
          <a:lstStyle/>
          <a:p>
            <a:pPr algn="l">
              <a:spcBef>
                <a:spcPct val="0"/>
              </a:spcBef>
            </a:pPr>
            <a:r>
              <a:rPr lang="en-US" sz="2000">
                <a:solidFill>
                  <a:schemeClr val="bg1"/>
                </a:solidFill>
              </a:rPr>
              <a:t>Process Name</a:t>
            </a:r>
          </a:p>
        </p:txBody>
      </p:sp>
      <p:sp>
        <p:nvSpPr>
          <p:cNvPr id="12" name="Title 11">
            <a:extLst>
              <a:ext uri="{FF2B5EF4-FFF2-40B4-BE49-F238E27FC236}">
                <a16:creationId xmlns:a16="http://schemas.microsoft.com/office/drawing/2014/main" id="{D017FCA3-A06A-DB4F-F4AC-54523E730D07}"/>
              </a:ext>
            </a:extLst>
          </p:cNvPr>
          <p:cNvSpPr>
            <a:spLocks noGrp="1"/>
          </p:cNvSpPr>
          <p:nvPr>
            <p:ph type="title"/>
          </p:nvPr>
        </p:nvSpPr>
        <p:spPr>
          <a:xfrm>
            <a:off x="3888610" y="324019"/>
            <a:ext cx="7753711" cy="666581"/>
          </a:xfrm>
        </p:spPr>
        <p:txBody>
          <a:bodyPr/>
          <a:lstStyle>
            <a:lvl1pPr algn="l">
              <a:spcBef>
                <a:spcPct val="0"/>
              </a:spcBef>
              <a:defRPr>
                <a:solidFill>
                  <a:schemeClr val="tx2"/>
                </a:solidFill>
              </a:defRPr>
            </a:lvl1pPr>
          </a:lstStyle>
          <a:p>
            <a:pPr algn="l">
              <a:spcBef>
                <a:spcPct val="0"/>
              </a:spcBef>
            </a:pPr>
            <a:r>
              <a:rPr lang="en-US"/>
              <a:t>Click to edit Master title style</a:t>
            </a:r>
            <a:endParaRPr lang="en-US" sz="2800">
              <a:solidFill>
                <a:schemeClr val="tx2"/>
              </a:solidFill>
            </a:endParaRPr>
          </a:p>
        </p:txBody>
      </p:sp>
    </p:spTree>
    <p:extLst>
      <p:ext uri="{BB962C8B-B14F-4D97-AF65-F5344CB8AC3E}">
        <p14:creationId xmlns:p14="http://schemas.microsoft.com/office/powerpoint/2010/main" val="15839222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D05BE089-2489-3604-1BFA-99F26E2657A3}"/>
              </a:ext>
            </a:extLst>
          </p:cNvPr>
          <p:cNvSpPr>
            <a:spLocks noGrp="1"/>
          </p:cNvSpPr>
          <p:nvPr>
            <p:ph type="dt" sz="half" idx="10"/>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27DD8718-6D0F-15C6-4CBD-55C472C3C492}"/>
              </a:ext>
            </a:extLst>
          </p:cNvPr>
          <p:cNvSpPr>
            <a:spLocks noGrp="1"/>
          </p:cNvSpPr>
          <p:nvPr>
            <p:ph type="ftr" sz="quarter" idx="11"/>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A98A8975-BB8E-4570-BA8F-A91834025269}"/>
              </a:ext>
            </a:extLst>
          </p:cNvPr>
          <p:cNvSpPr>
            <a:spLocks noGrp="1"/>
          </p:cNvSpPr>
          <p:nvPr>
            <p:ph type="sldNum" sz="quarter" idx="12"/>
          </p:nvPr>
        </p:nvSpPr>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577985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ntent 1">
    <p:spTree>
      <p:nvGrpSpPr>
        <p:cNvPr id="1" name=""/>
        <p:cNvGrpSpPr/>
        <p:nvPr/>
      </p:nvGrpSpPr>
      <p:grpSpPr>
        <a:xfrm>
          <a:off x="0" y="0"/>
          <a:ext cx="0" cy="0"/>
          <a:chOff x="0" y="0"/>
          <a:chExt cx="0" cy="0"/>
        </a:xfrm>
      </p:grpSpPr>
      <p:sp>
        <p:nvSpPr>
          <p:cNvPr id="11" name="Text Placeholder 9">
            <a:extLst>
              <a:ext uri="{FF2B5EF4-FFF2-40B4-BE49-F238E27FC236}">
                <a16:creationId xmlns:a16="http://schemas.microsoft.com/office/drawing/2014/main" id="{0D6E650F-BA4C-6AA4-9148-F570EFB99F38}"/>
              </a:ext>
            </a:extLst>
          </p:cNvPr>
          <p:cNvSpPr>
            <a:spLocks noGrp="1"/>
          </p:cNvSpPr>
          <p:nvPr>
            <p:ph type="body" sz="quarter" idx="22"/>
          </p:nvPr>
        </p:nvSpPr>
        <p:spPr>
          <a:xfrm>
            <a:off x="550200" y="1634286"/>
            <a:ext cx="11090938" cy="307777"/>
          </a:xfrm>
          <a:prstGeom prst="rect">
            <a:avLst/>
          </a:prstGeom>
        </p:spPr>
        <p:txBody>
          <a:bodyPr vert="horz" lIns="0" tIns="0" rIns="0" bIns="0" rtlCol="0">
            <a:spAutoFit/>
          </a:bodyPr>
          <a:lstStyle>
            <a:lvl1pPr>
              <a:defRPr lang="en-US" sz="2000" b="1" smtClean="0">
                <a:solidFill>
                  <a:schemeClr val="tx2"/>
                </a:solidFill>
              </a:defRPr>
            </a:lvl1pPr>
          </a:lstStyle>
          <a:p>
            <a:pPr lvl="0"/>
            <a:r>
              <a:rPr lang="en-US"/>
              <a:t>Click to edit Master text styles</a:t>
            </a:r>
          </a:p>
        </p:txBody>
      </p:sp>
      <p:sp>
        <p:nvSpPr>
          <p:cNvPr id="2" name="Date Placeholder 1">
            <a:extLst>
              <a:ext uri="{FF2B5EF4-FFF2-40B4-BE49-F238E27FC236}">
                <a16:creationId xmlns:a16="http://schemas.microsoft.com/office/drawing/2014/main" id="{7E2DCB00-3596-4BD8-9F35-38D8EA5CF694}"/>
              </a:ext>
            </a:extLst>
          </p:cNvPr>
          <p:cNvSpPr>
            <a:spLocks noGrp="1"/>
          </p:cNvSpPr>
          <p:nvPr>
            <p:ph type="dt" sz="half" idx="2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AA6CA9E0-8796-0651-659C-4AA35745A35A}"/>
              </a:ext>
            </a:extLst>
          </p:cNvPr>
          <p:cNvSpPr>
            <a:spLocks noGrp="1"/>
          </p:cNvSpPr>
          <p:nvPr>
            <p:ph type="ftr" sz="quarter" idx="29"/>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7C8C212F-0CAF-442A-97AB-25CC338803B1}"/>
              </a:ext>
            </a:extLst>
          </p:cNvPr>
          <p:cNvSpPr>
            <a:spLocks noGrp="1"/>
          </p:cNvSpPr>
          <p:nvPr>
            <p:ph type="sldNum" sz="quarter" idx="30"/>
          </p:nvPr>
        </p:nvSpPr>
        <p:spPr/>
        <p:txBody>
          <a:bodyPr/>
          <a:lstStyle/>
          <a:p>
            <a:pPr algn="r"/>
            <a:fld id="{5D9A5160-6218-4E5A-B9E6-B93E3DAE377C}" type="slidenum">
              <a:rPr lang="en-US" smtClean="0"/>
              <a:pPr algn="r"/>
              <a:t>‹#›</a:t>
            </a:fld>
            <a:endParaRPr lang="en-US"/>
          </a:p>
        </p:txBody>
      </p:sp>
      <p:sp>
        <p:nvSpPr>
          <p:cNvPr id="5" name="Title 4">
            <a:extLst>
              <a:ext uri="{FF2B5EF4-FFF2-40B4-BE49-F238E27FC236}">
                <a16:creationId xmlns:a16="http://schemas.microsoft.com/office/drawing/2014/main" id="{F51FE388-96EB-60B4-BDE5-75205588111D}"/>
              </a:ext>
            </a:extLst>
          </p:cNvPr>
          <p:cNvSpPr>
            <a:spLocks noGrp="1"/>
          </p:cNvSpPr>
          <p:nvPr>
            <p:ph type="title"/>
          </p:nvPr>
        </p:nvSpPr>
        <p:spPr/>
        <p:txBody>
          <a:bodyPr/>
          <a:lstStyle/>
          <a:p>
            <a:r>
              <a:rPr lang="en-US"/>
              <a:t>Click to edit Master title style</a:t>
            </a:r>
          </a:p>
        </p:txBody>
      </p:sp>
      <p:sp>
        <p:nvSpPr>
          <p:cNvPr id="6" name="Content Placeholder 5">
            <a:extLst>
              <a:ext uri="{FF2B5EF4-FFF2-40B4-BE49-F238E27FC236}">
                <a16:creationId xmlns:a16="http://schemas.microsoft.com/office/drawing/2014/main" id="{B1642B4B-22B4-952E-DD1B-30B2523729DC}"/>
              </a:ext>
            </a:extLst>
          </p:cNvPr>
          <p:cNvSpPr>
            <a:spLocks noGrp="1"/>
          </p:cNvSpPr>
          <p:nvPr>
            <p:ph sz="quarter" idx="31"/>
          </p:nvPr>
        </p:nvSpPr>
        <p:spPr>
          <a:xfrm>
            <a:off x="551384" y="2132856"/>
            <a:ext cx="11090938"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982144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Content 2">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377C5B2B-C975-C7B1-B844-1E018309B61A}"/>
              </a:ext>
            </a:extLst>
          </p:cNvPr>
          <p:cNvSpPr/>
          <p:nvPr userDrawn="1"/>
        </p:nvSpPr>
        <p:spPr>
          <a:xfrm rot="16200000" flipV="1">
            <a:off x="4793851" y="-540154"/>
            <a:ext cx="6857998" cy="7938307"/>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bg1"/>
              </a:solidFill>
            </a:endParaRPr>
          </a:p>
        </p:txBody>
      </p:sp>
      <p:grpSp>
        <p:nvGrpSpPr>
          <p:cNvPr id="14" name="Group 37">
            <a:extLst>
              <a:ext uri="{FF2B5EF4-FFF2-40B4-BE49-F238E27FC236}">
                <a16:creationId xmlns:a16="http://schemas.microsoft.com/office/drawing/2014/main" id="{C2BCEB8F-2E64-576C-BD81-D1EA1D1C485E}"/>
              </a:ext>
            </a:extLst>
          </p:cNvPr>
          <p:cNvGrpSpPr/>
          <p:nvPr userDrawn="1"/>
        </p:nvGrpSpPr>
        <p:grpSpPr>
          <a:xfrm>
            <a:off x="11770322" y="176700"/>
            <a:ext cx="260230" cy="240782"/>
            <a:chOff x="5481638" y="2859088"/>
            <a:chExt cx="1231900" cy="1139825"/>
          </a:xfrm>
          <a:solidFill>
            <a:schemeClr val="bg2"/>
          </a:solidFill>
        </p:grpSpPr>
        <p:sp>
          <p:nvSpPr>
            <p:cNvPr id="15" name="Freeform 320">
              <a:extLst>
                <a:ext uri="{FF2B5EF4-FFF2-40B4-BE49-F238E27FC236}">
                  <a16:creationId xmlns:a16="http://schemas.microsoft.com/office/drawing/2014/main" id="{D5CA2252-9D37-30A4-0693-791158A53452}"/>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16" name="Freeform 321">
              <a:extLst>
                <a:ext uri="{FF2B5EF4-FFF2-40B4-BE49-F238E27FC236}">
                  <a16:creationId xmlns:a16="http://schemas.microsoft.com/office/drawing/2014/main" id="{41A547D1-47C8-9981-46A6-D3C7D68EDC13}"/>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766145ED-D9CE-08CB-28E4-8A4A79A6FB2B}"/>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2D2C1A62-1994-E6C5-D27B-038BDFD0C15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5" name="Slide Number Placeholder 4">
            <a:extLst>
              <a:ext uri="{FF2B5EF4-FFF2-40B4-BE49-F238E27FC236}">
                <a16:creationId xmlns:a16="http://schemas.microsoft.com/office/drawing/2014/main" id="{FE33FDCA-05A6-1B47-853B-F56E9D56B728}"/>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17" name="Text Placeholder 10">
            <a:extLst>
              <a:ext uri="{FF2B5EF4-FFF2-40B4-BE49-F238E27FC236}">
                <a16:creationId xmlns:a16="http://schemas.microsoft.com/office/drawing/2014/main" id="{90464251-F267-6F64-58DE-3A8369AE008F}"/>
              </a:ext>
            </a:extLst>
          </p:cNvPr>
          <p:cNvSpPr>
            <a:spLocks noGrp="1"/>
          </p:cNvSpPr>
          <p:nvPr>
            <p:ph type="body" sz="quarter" idx="27"/>
          </p:nvPr>
        </p:nvSpPr>
        <p:spPr>
          <a:xfrm>
            <a:off x="4655841" y="1634285"/>
            <a:ext cx="6985298"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
        <p:nvSpPr>
          <p:cNvPr id="21" name="Content Placeholder 20">
            <a:extLst>
              <a:ext uri="{FF2B5EF4-FFF2-40B4-BE49-F238E27FC236}">
                <a16:creationId xmlns:a16="http://schemas.microsoft.com/office/drawing/2014/main" id="{E70BDE52-9B00-C2A8-F626-B256D02BD0F0}"/>
              </a:ext>
            </a:extLst>
          </p:cNvPr>
          <p:cNvSpPr>
            <a:spLocks noGrp="1"/>
          </p:cNvSpPr>
          <p:nvPr>
            <p:ph sz="quarter" idx="28"/>
          </p:nvPr>
        </p:nvSpPr>
        <p:spPr>
          <a:xfrm>
            <a:off x="4655841" y="2132856"/>
            <a:ext cx="6985298"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9">
            <a:extLst>
              <a:ext uri="{FF2B5EF4-FFF2-40B4-BE49-F238E27FC236}">
                <a16:creationId xmlns:a16="http://schemas.microsoft.com/office/drawing/2014/main" id="{11D06750-D717-3C72-A9E7-30B20496520E}"/>
              </a:ext>
            </a:extLst>
          </p:cNvPr>
          <p:cNvSpPr>
            <a:spLocks noGrp="1"/>
          </p:cNvSpPr>
          <p:nvPr>
            <p:ph type="body" sz="quarter" idx="22" hasCustomPrompt="1"/>
          </p:nvPr>
        </p:nvSpPr>
        <p:spPr>
          <a:xfrm>
            <a:off x="550200" y="1634286"/>
            <a:ext cx="3312368"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9" name="Title 4">
            <a:extLst>
              <a:ext uri="{FF2B5EF4-FFF2-40B4-BE49-F238E27FC236}">
                <a16:creationId xmlns:a16="http://schemas.microsoft.com/office/drawing/2014/main" id="{621CAE5D-3E25-1FC1-0588-6D3144862513}"/>
              </a:ext>
            </a:extLst>
          </p:cNvPr>
          <p:cNvSpPr>
            <a:spLocks noGrp="1"/>
          </p:cNvSpPr>
          <p:nvPr>
            <p:ph type="title"/>
          </p:nvPr>
        </p:nvSpPr>
        <p:spPr>
          <a:xfrm>
            <a:off x="551384" y="549274"/>
            <a:ext cx="3312368" cy="930372"/>
          </a:xfrm>
        </p:spPr>
        <p:txBody>
          <a:bodyPr/>
          <a:lstStyle/>
          <a:p>
            <a:r>
              <a:rPr lang="en-US"/>
              <a:t>Click to edit Master title style</a:t>
            </a:r>
          </a:p>
        </p:txBody>
      </p:sp>
      <p:sp>
        <p:nvSpPr>
          <p:cNvPr id="11" name="Content Placeholder 5">
            <a:extLst>
              <a:ext uri="{FF2B5EF4-FFF2-40B4-BE49-F238E27FC236}">
                <a16:creationId xmlns:a16="http://schemas.microsoft.com/office/drawing/2014/main" id="{929189C8-410E-9C4A-019C-9B1A47D8D2ED}"/>
              </a:ext>
            </a:extLst>
          </p:cNvPr>
          <p:cNvSpPr>
            <a:spLocks noGrp="1"/>
          </p:cNvSpPr>
          <p:nvPr>
            <p:ph sz="quarter" idx="31"/>
          </p:nvPr>
        </p:nvSpPr>
        <p:spPr>
          <a:xfrm>
            <a:off x="551384" y="2132856"/>
            <a:ext cx="3312368"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220210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Content 2 Chapterbox">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377C5B2B-C975-C7B1-B844-1E018309B61A}"/>
              </a:ext>
            </a:extLst>
          </p:cNvPr>
          <p:cNvSpPr/>
          <p:nvPr userDrawn="1"/>
        </p:nvSpPr>
        <p:spPr>
          <a:xfrm rot="16200000" flipV="1">
            <a:off x="4793851" y="-540154"/>
            <a:ext cx="6857998" cy="7938307"/>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bg1"/>
              </a:solidFill>
            </a:endParaRPr>
          </a:p>
        </p:txBody>
      </p:sp>
      <p:grpSp>
        <p:nvGrpSpPr>
          <p:cNvPr id="14" name="Group 37">
            <a:extLst>
              <a:ext uri="{FF2B5EF4-FFF2-40B4-BE49-F238E27FC236}">
                <a16:creationId xmlns:a16="http://schemas.microsoft.com/office/drawing/2014/main" id="{C2BCEB8F-2E64-576C-BD81-D1EA1D1C485E}"/>
              </a:ext>
            </a:extLst>
          </p:cNvPr>
          <p:cNvGrpSpPr/>
          <p:nvPr userDrawn="1"/>
        </p:nvGrpSpPr>
        <p:grpSpPr>
          <a:xfrm>
            <a:off x="11770322" y="176700"/>
            <a:ext cx="260230" cy="240782"/>
            <a:chOff x="5481638" y="2859088"/>
            <a:chExt cx="1231900" cy="1139825"/>
          </a:xfrm>
          <a:solidFill>
            <a:schemeClr val="bg2"/>
          </a:solidFill>
        </p:grpSpPr>
        <p:sp>
          <p:nvSpPr>
            <p:cNvPr id="15" name="Freeform 320">
              <a:extLst>
                <a:ext uri="{FF2B5EF4-FFF2-40B4-BE49-F238E27FC236}">
                  <a16:creationId xmlns:a16="http://schemas.microsoft.com/office/drawing/2014/main" id="{D5CA2252-9D37-30A4-0693-791158A53452}"/>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16" name="Freeform 321">
              <a:extLst>
                <a:ext uri="{FF2B5EF4-FFF2-40B4-BE49-F238E27FC236}">
                  <a16:creationId xmlns:a16="http://schemas.microsoft.com/office/drawing/2014/main" id="{41A547D1-47C8-9981-46A6-D3C7D68EDC13}"/>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766145ED-D9CE-08CB-28E4-8A4A79A6FB2B}"/>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2D2C1A62-1994-E6C5-D27B-038BDFD0C15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5" name="Slide Number Placeholder 4">
            <a:extLst>
              <a:ext uri="{FF2B5EF4-FFF2-40B4-BE49-F238E27FC236}">
                <a16:creationId xmlns:a16="http://schemas.microsoft.com/office/drawing/2014/main" id="{FE33FDCA-05A6-1B47-853B-F56E9D56B728}"/>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9" name="Content Placeholder 20">
            <a:extLst>
              <a:ext uri="{FF2B5EF4-FFF2-40B4-BE49-F238E27FC236}">
                <a16:creationId xmlns:a16="http://schemas.microsoft.com/office/drawing/2014/main" id="{8AF30424-EC22-815F-0364-A40BD8FB5A94}"/>
              </a:ext>
            </a:extLst>
          </p:cNvPr>
          <p:cNvSpPr>
            <a:spLocks noGrp="1"/>
          </p:cNvSpPr>
          <p:nvPr>
            <p:ph sz="quarter" idx="28"/>
          </p:nvPr>
        </p:nvSpPr>
        <p:spPr>
          <a:xfrm>
            <a:off x="4655841" y="2132856"/>
            <a:ext cx="6985298"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9">
            <a:extLst>
              <a:ext uri="{FF2B5EF4-FFF2-40B4-BE49-F238E27FC236}">
                <a16:creationId xmlns:a16="http://schemas.microsoft.com/office/drawing/2014/main" id="{3D8C5119-2E27-2F8D-2393-F11C985DEEFE}"/>
              </a:ext>
            </a:extLst>
          </p:cNvPr>
          <p:cNvSpPr>
            <a:spLocks noGrp="1"/>
          </p:cNvSpPr>
          <p:nvPr>
            <p:ph type="body" sz="quarter" idx="22" hasCustomPrompt="1"/>
          </p:nvPr>
        </p:nvSpPr>
        <p:spPr>
          <a:xfrm>
            <a:off x="550200" y="1634286"/>
            <a:ext cx="3312368"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13" name="Title 4">
            <a:extLst>
              <a:ext uri="{FF2B5EF4-FFF2-40B4-BE49-F238E27FC236}">
                <a16:creationId xmlns:a16="http://schemas.microsoft.com/office/drawing/2014/main" id="{AFA6B1A6-69A7-1CAE-0836-CA4C24413C3B}"/>
              </a:ext>
            </a:extLst>
          </p:cNvPr>
          <p:cNvSpPr>
            <a:spLocks noGrp="1"/>
          </p:cNvSpPr>
          <p:nvPr>
            <p:ph type="title"/>
          </p:nvPr>
        </p:nvSpPr>
        <p:spPr>
          <a:xfrm>
            <a:off x="551384" y="549274"/>
            <a:ext cx="3312368" cy="930372"/>
          </a:xfrm>
        </p:spPr>
        <p:txBody>
          <a:bodyPr/>
          <a:lstStyle/>
          <a:p>
            <a:r>
              <a:rPr lang="en-US"/>
              <a:t>Click to edit Master title style</a:t>
            </a:r>
          </a:p>
        </p:txBody>
      </p:sp>
      <p:sp>
        <p:nvSpPr>
          <p:cNvPr id="18" name="Content Placeholder 5">
            <a:extLst>
              <a:ext uri="{FF2B5EF4-FFF2-40B4-BE49-F238E27FC236}">
                <a16:creationId xmlns:a16="http://schemas.microsoft.com/office/drawing/2014/main" id="{98A4F07B-7612-308A-3654-BE7DBBF41070}"/>
              </a:ext>
            </a:extLst>
          </p:cNvPr>
          <p:cNvSpPr>
            <a:spLocks noGrp="1"/>
          </p:cNvSpPr>
          <p:nvPr>
            <p:ph sz="quarter" idx="31"/>
          </p:nvPr>
        </p:nvSpPr>
        <p:spPr>
          <a:xfrm>
            <a:off x="551384" y="2132856"/>
            <a:ext cx="3312368"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Chapter Placeholder 2">
            <a:extLst>
              <a:ext uri="{FF2B5EF4-FFF2-40B4-BE49-F238E27FC236}">
                <a16:creationId xmlns:a16="http://schemas.microsoft.com/office/drawing/2014/main" id="{45C81183-EAF5-59AC-9312-889607D0BF65}"/>
              </a:ext>
            </a:extLst>
          </p:cNvPr>
          <p:cNvSpPr>
            <a:spLocks noGrp="1"/>
          </p:cNvSpPr>
          <p:nvPr>
            <p:ph type="body" sz="quarter" idx="13" hasCustomPrompt="1"/>
          </p:nvPr>
        </p:nvSpPr>
        <p:spPr>
          <a:xfrm>
            <a:off x="550863" y="266219"/>
            <a:ext cx="3311705" cy="151264"/>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
        <p:nvSpPr>
          <p:cNvPr id="20" name="Text Placeholder 10">
            <a:extLst>
              <a:ext uri="{FF2B5EF4-FFF2-40B4-BE49-F238E27FC236}">
                <a16:creationId xmlns:a16="http://schemas.microsoft.com/office/drawing/2014/main" id="{AF667FFB-A6CF-0DAC-F73F-F6AC39EE2761}"/>
              </a:ext>
            </a:extLst>
          </p:cNvPr>
          <p:cNvSpPr>
            <a:spLocks noGrp="1"/>
          </p:cNvSpPr>
          <p:nvPr>
            <p:ph type="body" sz="quarter" idx="27"/>
          </p:nvPr>
        </p:nvSpPr>
        <p:spPr>
          <a:xfrm>
            <a:off x="4655841" y="1634285"/>
            <a:ext cx="6985298"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2569334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Content 3">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FDA5053-3D63-3C3B-F1E9-69CFF9FC43BA}"/>
              </a:ext>
            </a:extLst>
          </p:cNvPr>
          <p:cNvSpPr/>
          <p:nvPr userDrawn="1"/>
        </p:nvSpPr>
        <p:spPr>
          <a:xfrm rot="16200000" flipV="1">
            <a:off x="5715003" y="380999"/>
            <a:ext cx="6857998" cy="6096002"/>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0" name="Group 37">
            <a:extLst>
              <a:ext uri="{FF2B5EF4-FFF2-40B4-BE49-F238E27FC236}">
                <a16:creationId xmlns:a16="http://schemas.microsoft.com/office/drawing/2014/main" id="{C7484E95-42C9-8DB4-CE16-9F65A190121F}"/>
              </a:ext>
            </a:extLst>
          </p:cNvPr>
          <p:cNvGrpSpPr/>
          <p:nvPr userDrawn="1"/>
        </p:nvGrpSpPr>
        <p:grpSpPr>
          <a:xfrm>
            <a:off x="11770322" y="176700"/>
            <a:ext cx="260230" cy="240782"/>
            <a:chOff x="5481638" y="2859088"/>
            <a:chExt cx="1231900" cy="1139825"/>
          </a:xfrm>
          <a:solidFill>
            <a:schemeClr val="bg2"/>
          </a:solidFill>
        </p:grpSpPr>
        <p:sp>
          <p:nvSpPr>
            <p:cNvPr id="21" name="Freeform 320">
              <a:extLst>
                <a:ext uri="{FF2B5EF4-FFF2-40B4-BE49-F238E27FC236}">
                  <a16:creationId xmlns:a16="http://schemas.microsoft.com/office/drawing/2014/main" id="{1A559A5A-FF5B-C4A1-FBB9-17F04B2572FB}"/>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2" name="Freeform 321">
              <a:extLst>
                <a:ext uri="{FF2B5EF4-FFF2-40B4-BE49-F238E27FC236}">
                  <a16:creationId xmlns:a16="http://schemas.microsoft.com/office/drawing/2014/main" id="{AA3487D1-995C-B436-2407-E724FC0582FA}"/>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4" name="Date Placeholder 3">
            <a:extLst>
              <a:ext uri="{FF2B5EF4-FFF2-40B4-BE49-F238E27FC236}">
                <a16:creationId xmlns:a16="http://schemas.microsoft.com/office/drawing/2014/main" id="{358A13D8-885F-6258-82CC-EE1A7ED60DB2}"/>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6" name="Footer Placeholder 5">
            <a:extLst>
              <a:ext uri="{FF2B5EF4-FFF2-40B4-BE49-F238E27FC236}">
                <a16:creationId xmlns:a16="http://schemas.microsoft.com/office/drawing/2014/main" id="{F3CB3B34-F920-D8B3-B36B-15435A286DB2}"/>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7" name="Slide Number Placeholder 6">
            <a:extLst>
              <a:ext uri="{FF2B5EF4-FFF2-40B4-BE49-F238E27FC236}">
                <a16:creationId xmlns:a16="http://schemas.microsoft.com/office/drawing/2014/main" id="{D2B44653-FCDA-83BF-7377-AD5F2E69077A}"/>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F94673B4-77FE-F1CB-0F2B-E9CA250FB2B6}"/>
              </a:ext>
            </a:extLst>
          </p:cNvPr>
          <p:cNvSpPr>
            <a:spLocks noGrp="1"/>
          </p:cNvSpPr>
          <p:nvPr>
            <p:ph type="body" sz="quarter" idx="22" hasCustomPrompt="1"/>
          </p:nvPr>
        </p:nvSpPr>
        <p:spPr>
          <a:xfrm>
            <a:off x="550200" y="1634286"/>
            <a:ext cx="5112568"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10" name="Title 4">
            <a:extLst>
              <a:ext uri="{FF2B5EF4-FFF2-40B4-BE49-F238E27FC236}">
                <a16:creationId xmlns:a16="http://schemas.microsoft.com/office/drawing/2014/main" id="{1E48061D-F3E5-383D-6B8F-2C827E9EE8FD}"/>
              </a:ext>
            </a:extLst>
          </p:cNvPr>
          <p:cNvSpPr>
            <a:spLocks noGrp="1"/>
          </p:cNvSpPr>
          <p:nvPr>
            <p:ph type="title"/>
          </p:nvPr>
        </p:nvSpPr>
        <p:spPr>
          <a:xfrm>
            <a:off x="551384" y="549274"/>
            <a:ext cx="5112568" cy="930372"/>
          </a:xfrm>
        </p:spPr>
        <p:txBody>
          <a:bodyPr/>
          <a:lstStyle/>
          <a:p>
            <a:r>
              <a:rPr lang="en-US"/>
              <a:t>Click to edit Master title style</a:t>
            </a:r>
          </a:p>
        </p:txBody>
      </p:sp>
      <p:sp>
        <p:nvSpPr>
          <p:cNvPr id="12" name="Content Placeholder 5">
            <a:extLst>
              <a:ext uri="{FF2B5EF4-FFF2-40B4-BE49-F238E27FC236}">
                <a16:creationId xmlns:a16="http://schemas.microsoft.com/office/drawing/2014/main" id="{626CD0FD-2710-377C-0AF5-3D235D7D2581}"/>
              </a:ext>
            </a:extLst>
          </p:cNvPr>
          <p:cNvSpPr>
            <a:spLocks noGrp="1"/>
          </p:cNvSpPr>
          <p:nvPr>
            <p:ph sz="quarter" idx="31"/>
          </p:nvPr>
        </p:nvSpPr>
        <p:spPr>
          <a:xfrm>
            <a:off x="551384" y="2132856"/>
            <a:ext cx="5112568"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20">
            <a:extLst>
              <a:ext uri="{FF2B5EF4-FFF2-40B4-BE49-F238E27FC236}">
                <a16:creationId xmlns:a16="http://schemas.microsoft.com/office/drawing/2014/main" id="{2B515CA7-8DCF-54B4-09AA-94A802519A74}"/>
              </a:ext>
            </a:extLst>
          </p:cNvPr>
          <p:cNvSpPr>
            <a:spLocks noGrp="1"/>
          </p:cNvSpPr>
          <p:nvPr>
            <p:ph sz="quarter" idx="28"/>
          </p:nvPr>
        </p:nvSpPr>
        <p:spPr>
          <a:xfrm>
            <a:off x="6491381" y="2132856"/>
            <a:ext cx="5149757"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Text Placeholder 10">
            <a:extLst>
              <a:ext uri="{FF2B5EF4-FFF2-40B4-BE49-F238E27FC236}">
                <a16:creationId xmlns:a16="http://schemas.microsoft.com/office/drawing/2014/main" id="{2ED5F6CF-D037-F768-2935-84A770471395}"/>
              </a:ext>
            </a:extLst>
          </p:cNvPr>
          <p:cNvSpPr>
            <a:spLocks noGrp="1"/>
          </p:cNvSpPr>
          <p:nvPr>
            <p:ph type="body" sz="quarter" idx="27"/>
          </p:nvPr>
        </p:nvSpPr>
        <p:spPr>
          <a:xfrm>
            <a:off x="6491381" y="1634285"/>
            <a:ext cx="5149758"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13103676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Content 3 Chapterbox">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FDA5053-3D63-3C3B-F1E9-69CFF9FC43BA}"/>
              </a:ext>
            </a:extLst>
          </p:cNvPr>
          <p:cNvSpPr/>
          <p:nvPr userDrawn="1"/>
        </p:nvSpPr>
        <p:spPr>
          <a:xfrm rot="16200000" flipV="1">
            <a:off x="5715003" y="381000"/>
            <a:ext cx="6857998" cy="6096002"/>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0" name="Group 37">
            <a:extLst>
              <a:ext uri="{FF2B5EF4-FFF2-40B4-BE49-F238E27FC236}">
                <a16:creationId xmlns:a16="http://schemas.microsoft.com/office/drawing/2014/main" id="{C7484E95-42C9-8DB4-CE16-9F65A190121F}"/>
              </a:ext>
            </a:extLst>
          </p:cNvPr>
          <p:cNvGrpSpPr/>
          <p:nvPr userDrawn="1"/>
        </p:nvGrpSpPr>
        <p:grpSpPr>
          <a:xfrm>
            <a:off x="11770322" y="176700"/>
            <a:ext cx="260230" cy="240782"/>
            <a:chOff x="5481638" y="2859088"/>
            <a:chExt cx="1231900" cy="1139825"/>
          </a:xfrm>
          <a:solidFill>
            <a:schemeClr val="bg2"/>
          </a:solidFill>
        </p:grpSpPr>
        <p:sp>
          <p:nvSpPr>
            <p:cNvPr id="21" name="Freeform 320">
              <a:extLst>
                <a:ext uri="{FF2B5EF4-FFF2-40B4-BE49-F238E27FC236}">
                  <a16:creationId xmlns:a16="http://schemas.microsoft.com/office/drawing/2014/main" id="{1A559A5A-FF5B-C4A1-FBB9-17F04B2572FB}"/>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2" name="Freeform 321">
              <a:extLst>
                <a:ext uri="{FF2B5EF4-FFF2-40B4-BE49-F238E27FC236}">
                  <a16:creationId xmlns:a16="http://schemas.microsoft.com/office/drawing/2014/main" id="{AA3487D1-995C-B436-2407-E724FC0582FA}"/>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4" name="Date Placeholder 3">
            <a:extLst>
              <a:ext uri="{FF2B5EF4-FFF2-40B4-BE49-F238E27FC236}">
                <a16:creationId xmlns:a16="http://schemas.microsoft.com/office/drawing/2014/main" id="{358A13D8-885F-6258-82CC-EE1A7ED60DB2}"/>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6" name="Footer Placeholder 5">
            <a:extLst>
              <a:ext uri="{FF2B5EF4-FFF2-40B4-BE49-F238E27FC236}">
                <a16:creationId xmlns:a16="http://schemas.microsoft.com/office/drawing/2014/main" id="{F3CB3B34-F920-D8B3-B36B-15435A286DB2}"/>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7" name="Slide Number Placeholder 6">
            <a:extLst>
              <a:ext uri="{FF2B5EF4-FFF2-40B4-BE49-F238E27FC236}">
                <a16:creationId xmlns:a16="http://schemas.microsoft.com/office/drawing/2014/main" id="{D2B44653-FCDA-83BF-7377-AD5F2E69077A}"/>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B596F1C6-4A2C-32A4-F91B-7A46197FE40E}"/>
              </a:ext>
            </a:extLst>
          </p:cNvPr>
          <p:cNvSpPr>
            <a:spLocks noGrp="1"/>
          </p:cNvSpPr>
          <p:nvPr>
            <p:ph type="body" sz="quarter" idx="22" hasCustomPrompt="1"/>
          </p:nvPr>
        </p:nvSpPr>
        <p:spPr>
          <a:xfrm>
            <a:off x="550200" y="1634286"/>
            <a:ext cx="5112568"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12" name="Title 4">
            <a:extLst>
              <a:ext uri="{FF2B5EF4-FFF2-40B4-BE49-F238E27FC236}">
                <a16:creationId xmlns:a16="http://schemas.microsoft.com/office/drawing/2014/main" id="{028C5415-53AD-E669-9486-5FBA89A04F29}"/>
              </a:ext>
            </a:extLst>
          </p:cNvPr>
          <p:cNvSpPr>
            <a:spLocks noGrp="1"/>
          </p:cNvSpPr>
          <p:nvPr>
            <p:ph type="title"/>
          </p:nvPr>
        </p:nvSpPr>
        <p:spPr>
          <a:xfrm>
            <a:off x="551384" y="549274"/>
            <a:ext cx="5112568" cy="930372"/>
          </a:xfrm>
        </p:spPr>
        <p:txBody>
          <a:bodyPr/>
          <a:lstStyle/>
          <a:p>
            <a:r>
              <a:rPr lang="en-US"/>
              <a:t>Click to edit Master title style</a:t>
            </a:r>
          </a:p>
        </p:txBody>
      </p:sp>
      <p:sp>
        <p:nvSpPr>
          <p:cNvPr id="13" name="Content Placeholder 5">
            <a:extLst>
              <a:ext uri="{FF2B5EF4-FFF2-40B4-BE49-F238E27FC236}">
                <a16:creationId xmlns:a16="http://schemas.microsoft.com/office/drawing/2014/main" id="{1BEDBCBF-3BC8-AA4A-1F58-81530B90708A}"/>
              </a:ext>
            </a:extLst>
          </p:cNvPr>
          <p:cNvSpPr>
            <a:spLocks noGrp="1"/>
          </p:cNvSpPr>
          <p:nvPr>
            <p:ph sz="quarter" idx="31"/>
          </p:nvPr>
        </p:nvSpPr>
        <p:spPr>
          <a:xfrm>
            <a:off x="551384" y="2132856"/>
            <a:ext cx="5112568"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20">
            <a:extLst>
              <a:ext uri="{FF2B5EF4-FFF2-40B4-BE49-F238E27FC236}">
                <a16:creationId xmlns:a16="http://schemas.microsoft.com/office/drawing/2014/main" id="{1B7CBEC2-7246-C86B-4339-C14AFC3677BC}"/>
              </a:ext>
            </a:extLst>
          </p:cNvPr>
          <p:cNvSpPr>
            <a:spLocks noGrp="1"/>
          </p:cNvSpPr>
          <p:nvPr>
            <p:ph sz="quarter" idx="28"/>
          </p:nvPr>
        </p:nvSpPr>
        <p:spPr>
          <a:xfrm>
            <a:off x="6491381" y="2132856"/>
            <a:ext cx="5149757"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Chapter Placeholder 2">
            <a:extLst>
              <a:ext uri="{FF2B5EF4-FFF2-40B4-BE49-F238E27FC236}">
                <a16:creationId xmlns:a16="http://schemas.microsoft.com/office/drawing/2014/main" id="{81125B0F-654E-18D6-D135-80BD1EED9DED}"/>
              </a:ext>
            </a:extLst>
          </p:cNvPr>
          <p:cNvSpPr>
            <a:spLocks noGrp="1"/>
          </p:cNvSpPr>
          <p:nvPr>
            <p:ph type="body" sz="quarter" idx="13" hasCustomPrompt="1"/>
          </p:nvPr>
        </p:nvSpPr>
        <p:spPr>
          <a:xfrm>
            <a:off x="550863" y="266219"/>
            <a:ext cx="5111905"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
        <p:nvSpPr>
          <p:cNvPr id="18" name="Text Placeholder 10">
            <a:extLst>
              <a:ext uri="{FF2B5EF4-FFF2-40B4-BE49-F238E27FC236}">
                <a16:creationId xmlns:a16="http://schemas.microsoft.com/office/drawing/2014/main" id="{258EBFC3-CBC8-925F-B836-0EE26BFE8CF5}"/>
              </a:ext>
            </a:extLst>
          </p:cNvPr>
          <p:cNvSpPr>
            <a:spLocks noGrp="1"/>
          </p:cNvSpPr>
          <p:nvPr>
            <p:ph type="body" sz="quarter" idx="27"/>
          </p:nvPr>
        </p:nvSpPr>
        <p:spPr>
          <a:xfrm>
            <a:off x="6491381" y="1634285"/>
            <a:ext cx="5149758"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14906851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Content 4">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6900C123-9D30-0EBC-5FF8-AB8833A92E04}"/>
              </a:ext>
            </a:extLst>
          </p:cNvPr>
          <p:cNvSpPr/>
          <p:nvPr userDrawn="1"/>
        </p:nvSpPr>
        <p:spPr>
          <a:xfrm rot="16200000" flipV="1">
            <a:off x="6640013" y="1306009"/>
            <a:ext cx="6857998" cy="4245983"/>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18" name="Group 37">
            <a:extLst>
              <a:ext uri="{FF2B5EF4-FFF2-40B4-BE49-F238E27FC236}">
                <a16:creationId xmlns:a16="http://schemas.microsoft.com/office/drawing/2014/main" id="{EAB09A99-143F-FC31-39FF-7DF7B4ACA5CF}"/>
              </a:ext>
            </a:extLst>
          </p:cNvPr>
          <p:cNvGrpSpPr/>
          <p:nvPr userDrawn="1"/>
        </p:nvGrpSpPr>
        <p:grpSpPr>
          <a:xfrm>
            <a:off x="11770322" y="176700"/>
            <a:ext cx="260230" cy="240782"/>
            <a:chOff x="5481638" y="2859088"/>
            <a:chExt cx="1231900" cy="1139825"/>
          </a:xfrm>
          <a:solidFill>
            <a:schemeClr val="bg2"/>
          </a:solidFill>
        </p:grpSpPr>
        <p:sp>
          <p:nvSpPr>
            <p:cNvPr id="19" name="Freeform 320">
              <a:extLst>
                <a:ext uri="{FF2B5EF4-FFF2-40B4-BE49-F238E27FC236}">
                  <a16:creationId xmlns:a16="http://schemas.microsoft.com/office/drawing/2014/main" id="{87F6F8F7-5BC0-8EDE-8130-67B046E555CF}"/>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0" name="Freeform 321">
              <a:extLst>
                <a:ext uri="{FF2B5EF4-FFF2-40B4-BE49-F238E27FC236}">
                  <a16:creationId xmlns:a16="http://schemas.microsoft.com/office/drawing/2014/main" id="{59BC8A90-2223-E3B3-3D95-0EBCFB812F23}"/>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545F7198-C878-E20D-1FB2-E42A8A78A28C}"/>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8F3B15C5-4190-C7AB-2CDF-2D3ACCBB15A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65F939E0-4FD6-2BB5-5421-0B506A62A78F}"/>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1ED26950-AB5A-C0D9-81A8-A04EA350762D}"/>
              </a:ext>
            </a:extLst>
          </p:cNvPr>
          <p:cNvSpPr>
            <a:spLocks noGrp="1"/>
          </p:cNvSpPr>
          <p:nvPr>
            <p:ph type="body" sz="quarter" idx="22" hasCustomPrompt="1"/>
          </p:nvPr>
        </p:nvSpPr>
        <p:spPr>
          <a:xfrm>
            <a:off x="550200" y="1634286"/>
            <a:ext cx="6984776"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10" name="Title 4">
            <a:extLst>
              <a:ext uri="{FF2B5EF4-FFF2-40B4-BE49-F238E27FC236}">
                <a16:creationId xmlns:a16="http://schemas.microsoft.com/office/drawing/2014/main" id="{8EC1972F-9263-1D56-27E9-E603C2AABB72}"/>
              </a:ext>
            </a:extLst>
          </p:cNvPr>
          <p:cNvSpPr>
            <a:spLocks noGrp="1"/>
          </p:cNvSpPr>
          <p:nvPr>
            <p:ph type="title"/>
          </p:nvPr>
        </p:nvSpPr>
        <p:spPr>
          <a:xfrm>
            <a:off x="551384" y="549274"/>
            <a:ext cx="6984776" cy="930372"/>
          </a:xfrm>
        </p:spPr>
        <p:txBody>
          <a:bodyPr/>
          <a:lstStyle/>
          <a:p>
            <a:r>
              <a:rPr lang="en-US"/>
              <a:t>Click to edit Master title style</a:t>
            </a:r>
          </a:p>
        </p:txBody>
      </p:sp>
      <p:sp>
        <p:nvSpPr>
          <p:cNvPr id="13" name="Content Placeholder 5">
            <a:extLst>
              <a:ext uri="{FF2B5EF4-FFF2-40B4-BE49-F238E27FC236}">
                <a16:creationId xmlns:a16="http://schemas.microsoft.com/office/drawing/2014/main" id="{7FBCB093-A7B1-0D7A-1FAF-74CB36D79D0C}"/>
              </a:ext>
            </a:extLst>
          </p:cNvPr>
          <p:cNvSpPr>
            <a:spLocks noGrp="1"/>
          </p:cNvSpPr>
          <p:nvPr>
            <p:ph sz="quarter" idx="31"/>
          </p:nvPr>
        </p:nvSpPr>
        <p:spPr>
          <a:xfrm>
            <a:off x="551384" y="2132856"/>
            <a:ext cx="6984776"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20">
            <a:extLst>
              <a:ext uri="{FF2B5EF4-FFF2-40B4-BE49-F238E27FC236}">
                <a16:creationId xmlns:a16="http://schemas.microsoft.com/office/drawing/2014/main" id="{392BB9FB-913E-27BD-009B-3894E1694801}"/>
              </a:ext>
            </a:extLst>
          </p:cNvPr>
          <p:cNvSpPr>
            <a:spLocks noGrp="1"/>
          </p:cNvSpPr>
          <p:nvPr>
            <p:ph sz="quarter" idx="28"/>
          </p:nvPr>
        </p:nvSpPr>
        <p:spPr>
          <a:xfrm>
            <a:off x="8341401" y="2132856"/>
            <a:ext cx="3299737"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Text Placeholder 10">
            <a:extLst>
              <a:ext uri="{FF2B5EF4-FFF2-40B4-BE49-F238E27FC236}">
                <a16:creationId xmlns:a16="http://schemas.microsoft.com/office/drawing/2014/main" id="{A2B384BF-001B-7351-C51D-C08A1F393AB6}"/>
              </a:ext>
            </a:extLst>
          </p:cNvPr>
          <p:cNvSpPr>
            <a:spLocks noGrp="1"/>
          </p:cNvSpPr>
          <p:nvPr>
            <p:ph type="body" sz="quarter" idx="27" hasCustomPrompt="1"/>
          </p:nvPr>
        </p:nvSpPr>
        <p:spPr>
          <a:xfrm>
            <a:off x="8341401" y="1634285"/>
            <a:ext cx="3299738"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GB"/>
              <a:t>Click to edit Master styles</a:t>
            </a:r>
          </a:p>
        </p:txBody>
      </p:sp>
    </p:spTree>
    <p:extLst>
      <p:ext uri="{BB962C8B-B14F-4D97-AF65-F5344CB8AC3E}">
        <p14:creationId xmlns:p14="http://schemas.microsoft.com/office/powerpoint/2010/main" val="647113677"/>
      </p:ext>
    </p:extLst>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Content 4 Chapterbox">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6900C123-9D30-0EBC-5FF8-AB8833A92E04}"/>
              </a:ext>
            </a:extLst>
          </p:cNvPr>
          <p:cNvSpPr/>
          <p:nvPr userDrawn="1"/>
        </p:nvSpPr>
        <p:spPr>
          <a:xfrm rot="16200000" flipV="1">
            <a:off x="6640013" y="1306009"/>
            <a:ext cx="6857998" cy="4245983"/>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18" name="Group 37">
            <a:extLst>
              <a:ext uri="{FF2B5EF4-FFF2-40B4-BE49-F238E27FC236}">
                <a16:creationId xmlns:a16="http://schemas.microsoft.com/office/drawing/2014/main" id="{EAB09A99-143F-FC31-39FF-7DF7B4ACA5CF}"/>
              </a:ext>
            </a:extLst>
          </p:cNvPr>
          <p:cNvGrpSpPr/>
          <p:nvPr userDrawn="1"/>
        </p:nvGrpSpPr>
        <p:grpSpPr>
          <a:xfrm>
            <a:off x="11770322" y="176700"/>
            <a:ext cx="260230" cy="240782"/>
            <a:chOff x="5481638" y="2859088"/>
            <a:chExt cx="1231900" cy="1139825"/>
          </a:xfrm>
          <a:solidFill>
            <a:schemeClr val="bg2"/>
          </a:solidFill>
        </p:grpSpPr>
        <p:sp>
          <p:nvSpPr>
            <p:cNvPr id="19" name="Freeform 320">
              <a:extLst>
                <a:ext uri="{FF2B5EF4-FFF2-40B4-BE49-F238E27FC236}">
                  <a16:creationId xmlns:a16="http://schemas.microsoft.com/office/drawing/2014/main" id="{87F6F8F7-5BC0-8EDE-8130-67B046E555CF}"/>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0" name="Freeform 321">
              <a:extLst>
                <a:ext uri="{FF2B5EF4-FFF2-40B4-BE49-F238E27FC236}">
                  <a16:creationId xmlns:a16="http://schemas.microsoft.com/office/drawing/2014/main" id="{59BC8A90-2223-E3B3-3D95-0EBCFB812F23}"/>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545F7198-C878-E20D-1FB2-E42A8A78A28C}"/>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8F3B15C5-4190-C7AB-2CDF-2D3ACCBB15A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65F939E0-4FD6-2BB5-5421-0B506A62A78F}"/>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239C7379-C19E-9AE6-CB5B-2451CFFD4A17}"/>
              </a:ext>
            </a:extLst>
          </p:cNvPr>
          <p:cNvSpPr>
            <a:spLocks noGrp="1"/>
          </p:cNvSpPr>
          <p:nvPr>
            <p:ph type="body" sz="quarter" idx="22" hasCustomPrompt="1"/>
          </p:nvPr>
        </p:nvSpPr>
        <p:spPr>
          <a:xfrm>
            <a:off x="550200" y="1634286"/>
            <a:ext cx="6984776"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13" name="Title 4">
            <a:extLst>
              <a:ext uri="{FF2B5EF4-FFF2-40B4-BE49-F238E27FC236}">
                <a16:creationId xmlns:a16="http://schemas.microsoft.com/office/drawing/2014/main" id="{21AAEB23-95CA-45A9-837B-CD7BF8DDE56C}"/>
              </a:ext>
            </a:extLst>
          </p:cNvPr>
          <p:cNvSpPr>
            <a:spLocks noGrp="1"/>
          </p:cNvSpPr>
          <p:nvPr>
            <p:ph type="title"/>
          </p:nvPr>
        </p:nvSpPr>
        <p:spPr>
          <a:xfrm>
            <a:off x="551384" y="549274"/>
            <a:ext cx="6984776" cy="930372"/>
          </a:xfrm>
        </p:spPr>
        <p:txBody>
          <a:bodyPr/>
          <a:lstStyle/>
          <a:p>
            <a:r>
              <a:rPr lang="en-US"/>
              <a:t>Click to edit Master title style</a:t>
            </a:r>
          </a:p>
        </p:txBody>
      </p:sp>
      <p:sp>
        <p:nvSpPr>
          <p:cNvPr id="14" name="Content Placeholder 5">
            <a:extLst>
              <a:ext uri="{FF2B5EF4-FFF2-40B4-BE49-F238E27FC236}">
                <a16:creationId xmlns:a16="http://schemas.microsoft.com/office/drawing/2014/main" id="{F9DB2775-E9C6-BBF6-4F21-AC89CB5A2445}"/>
              </a:ext>
            </a:extLst>
          </p:cNvPr>
          <p:cNvSpPr>
            <a:spLocks noGrp="1"/>
          </p:cNvSpPr>
          <p:nvPr>
            <p:ph sz="quarter" idx="31"/>
          </p:nvPr>
        </p:nvSpPr>
        <p:spPr>
          <a:xfrm>
            <a:off x="551384" y="2132856"/>
            <a:ext cx="6984776"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Content Placeholder 20">
            <a:extLst>
              <a:ext uri="{FF2B5EF4-FFF2-40B4-BE49-F238E27FC236}">
                <a16:creationId xmlns:a16="http://schemas.microsoft.com/office/drawing/2014/main" id="{C3ABAB46-458D-AA82-5E79-A54A7AF168E3}"/>
              </a:ext>
            </a:extLst>
          </p:cNvPr>
          <p:cNvSpPr>
            <a:spLocks noGrp="1"/>
          </p:cNvSpPr>
          <p:nvPr>
            <p:ph sz="quarter" idx="28"/>
          </p:nvPr>
        </p:nvSpPr>
        <p:spPr>
          <a:xfrm>
            <a:off x="8341401" y="2132856"/>
            <a:ext cx="3299737"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hapter Placeholder 2">
            <a:extLst>
              <a:ext uri="{FF2B5EF4-FFF2-40B4-BE49-F238E27FC236}">
                <a16:creationId xmlns:a16="http://schemas.microsoft.com/office/drawing/2014/main" id="{6A60C175-61A3-58D8-BABE-160BC93795DC}"/>
              </a:ext>
            </a:extLst>
          </p:cNvPr>
          <p:cNvSpPr>
            <a:spLocks noGrp="1"/>
          </p:cNvSpPr>
          <p:nvPr>
            <p:ph type="body" sz="quarter" idx="13" hasCustomPrompt="1"/>
          </p:nvPr>
        </p:nvSpPr>
        <p:spPr>
          <a:xfrm>
            <a:off x="550863" y="266219"/>
            <a:ext cx="6983870"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
        <p:nvSpPr>
          <p:cNvPr id="17" name="Text Placeholder 10">
            <a:extLst>
              <a:ext uri="{FF2B5EF4-FFF2-40B4-BE49-F238E27FC236}">
                <a16:creationId xmlns:a16="http://schemas.microsoft.com/office/drawing/2014/main" id="{6C357538-B7AF-C31E-63AB-4F5FF078BFCB}"/>
              </a:ext>
            </a:extLst>
          </p:cNvPr>
          <p:cNvSpPr>
            <a:spLocks noGrp="1"/>
          </p:cNvSpPr>
          <p:nvPr>
            <p:ph type="body" sz="quarter" idx="27" hasCustomPrompt="1"/>
          </p:nvPr>
        </p:nvSpPr>
        <p:spPr>
          <a:xfrm>
            <a:off x="8341401" y="1634285"/>
            <a:ext cx="3299738"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GB"/>
              <a:t>Click to edit Master styles</a:t>
            </a:r>
          </a:p>
        </p:txBody>
      </p:sp>
    </p:spTree>
    <p:extLst>
      <p:ext uri="{BB962C8B-B14F-4D97-AF65-F5344CB8AC3E}">
        <p14:creationId xmlns:p14="http://schemas.microsoft.com/office/powerpoint/2010/main" val="4185219580"/>
      </p:ext>
    </p:extLst>
  </p:cSld>
  <p:clrMapOvr>
    <a:overrideClrMapping bg1="lt1" tx1="dk1" bg2="lt2" tx2="dk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Content 5">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AAEFDD5A-0E10-35E6-046E-79E61257DDF1}"/>
              </a:ext>
            </a:extLst>
          </p:cNvPr>
          <p:cNvSpPr/>
          <p:nvPr userDrawn="1"/>
        </p:nvSpPr>
        <p:spPr>
          <a:xfrm rot="16200000" flipV="1">
            <a:off x="7103001" y="1768998"/>
            <a:ext cx="6857998" cy="3320006"/>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0" name="Group 37">
            <a:extLst>
              <a:ext uri="{FF2B5EF4-FFF2-40B4-BE49-F238E27FC236}">
                <a16:creationId xmlns:a16="http://schemas.microsoft.com/office/drawing/2014/main" id="{AA1EA1F2-A678-B9A4-119A-DA3923B39A3A}"/>
              </a:ext>
            </a:extLst>
          </p:cNvPr>
          <p:cNvGrpSpPr/>
          <p:nvPr userDrawn="1"/>
        </p:nvGrpSpPr>
        <p:grpSpPr>
          <a:xfrm>
            <a:off x="11770322" y="176700"/>
            <a:ext cx="260230" cy="240782"/>
            <a:chOff x="5481638" y="2859088"/>
            <a:chExt cx="1231900" cy="1139825"/>
          </a:xfrm>
          <a:solidFill>
            <a:schemeClr val="bg2"/>
          </a:solidFill>
        </p:grpSpPr>
        <p:sp>
          <p:nvSpPr>
            <p:cNvPr id="21" name="Freeform 320">
              <a:extLst>
                <a:ext uri="{FF2B5EF4-FFF2-40B4-BE49-F238E27FC236}">
                  <a16:creationId xmlns:a16="http://schemas.microsoft.com/office/drawing/2014/main" id="{F2CAAAB8-8F85-36D6-90A3-F9EF7CA3A4F1}"/>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2" name="Freeform 321">
              <a:extLst>
                <a:ext uri="{FF2B5EF4-FFF2-40B4-BE49-F238E27FC236}">
                  <a16:creationId xmlns:a16="http://schemas.microsoft.com/office/drawing/2014/main" id="{5CFC2EFB-5E04-2EE5-FF07-1211D0C87D5E}"/>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2" name="Date Placeholder 1">
            <a:extLst>
              <a:ext uri="{FF2B5EF4-FFF2-40B4-BE49-F238E27FC236}">
                <a16:creationId xmlns:a16="http://schemas.microsoft.com/office/drawing/2014/main" id="{2B8F9C6F-5E55-F6B7-39D2-CF5A9A6F84BD}"/>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230850CD-89CD-C34B-151D-32B983A0A5B1}"/>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C3F4590F-315C-56B0-3B3E-63266FA764B6}"/>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5" name="Text Placeholder 9">
            <a:extLst>
              <a:ext uri="{FF2B5EF4-FFF2-40B4-BE49-F238E27FC236}">
                <a16:creationId xmlns:a16="http://schemas.microsoft.com/office/drawing/2014/main" id="{1FD69EF5-DC55-0043-E707-9957A11A30E5}"/>
              </a:ext>
            </a:extLst>
          </p:cNvPr>
          <p:cNvSpPr>
            <a:spLocks noGrp="1"/>
          </p:cNvSpPr>
          <p:nvPr>
            <p:ph type="body" sz="quarter" idx="22" hasCustomPrompt="1"/>
          </p:nvPr>
        </p:nvSpPr>
        <p:spPr>
          <a:xfrm>
            <a:off x="550200" y="1634286"/>
            <a:ext cx="7920880"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7" name="Title 4">
            <a:extLst>
              <a:ext uri="{FF2B5EF4-FFF2-40B4-BE49-F238E27FC236}">
                <a16:creationId xmlns:a16="http://schemas.microsoft.com/office/drawing/2014/main" id="{C93203A2-28D5-E542-8692-E8BEA6720D63}"/>
              </a:ext>
            </a:extLst>
          </p:cNvPr>
          <p:cNvSpPr>
            <a:spLocks noGrp="1"/>
          </p:cNvSpPr>
          <p:nvPr>
            <p:ph type="title"/>
          </p:nvPr>
        </p:nvSpPr>
        <p:spPr>
          <a:xfrm>
            <a:off x="551384" y="549274"/>
            <a:ext cx="7920880" cy="930372"/>
          </a:xfrm>
        </p:spPr>
        <p:txBody>
          <a:bodyPr/>
          <a:lstStyle/>
          <a:p>
            <a:r>
              <a:rPr lang="en-US"/>
              <a:t>Click to edit Master title style</a:t>
            </a:r>
          </a:p>
        </p:txBody>
      </p:sp>
      <p:sp>
        <p:nvSpPr>
          <p:cNvPr id="9" name="Content Placeholder 5">
            <a:extLst>
              <a:ext uri="{FF2B5EF4-FFF2-40B4-BE49-F238E27FC236}">
                <a16:creationId xmlns:a16="http://schemas.microsoft.com/office/drawing/2014/main" id="{D5680A08-73A9-5D82-7781-A59825059862}"/>
              </a:ext>
            </a:extLst>
          </p:cNvPr>
          <p:cNvSpPr>
            <a:spLocks noGrp="1"/>
          </p:cNvSpPr>
          <p:nvPr>
            <p:ph sz="quarter" idx="31"/>
          </p:nvPr>
        </p:nvSpPr>
        <p:spPr>
          <a:xfrm>
            <a:off x="551384" y="2132856"/>
            <a:ext cx="7920880"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20">
            <a:extLst>
              <a:ext uri="{FF2B5EF4-FFF2-40B4-BE49-F238E27FC236}">
                <a16:creationId xmlns:a16="http://schemas.microsoft.com/office/drawing/2014/main" id="{2D43B5A9-14F0-DD78-070F-A995030041DA}"/>
              </a:ext>
            </a:extLst>
          </p:cNvPr>
          <p:cNvSpPr>
            <a:spLocks noGrp="1"/>
          </p:cNvSpPr>
          <p:nvPr>
            <p:ph sz="quarter" idx="28"/>
          </p:nvPr>
        </p:nvSpPr>
        <p:spPr>
          <a:xfrm>
            <a:off x="9264352" y="2132856"/>
            <a:ext cx="2376786"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ext Placeholder 10">
            <a:extLst>
              <a:ext uri="{FF2B5EF4-FFF2-40B4-BE49-F238E27FC236}">
                <a16:creationId xmlns:a16="http://schemas.microsoft.com/office/drawing/2014/main" id="{5F56F677-F5B9-1784-B704-0F0DD8F83E23}"/>
              </a:ext>
            </a:extLst>
          </p:cNvPr>
          <p:cNvSpPr>
            <a:spLocks noGrp="1"/>
          </p:cNvSpPr>
          <p:nvPr>
            <p:ph type="body" sz="quarter" idx="27"/>
          </p:nvPr>
        </p:nvSpPr>
        <p:spPr>
          <a:xfrm>
            <a:off x="9264351" y="1635328"/>
            <a:ext cx="2376787"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194263785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Content 5 Chapterbox">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AAEFDD5A-0E10-35E6-046E-79E61257DDF1}"/>
              </a:ext>
            </a:extLst>
          </p:cNvPr>
          <p:cNvSpPr/>
          <p:nvPr userDrawn="1"/>
        </p:nvSpPr>
        <p:spPr>
          <a:xfrm rot="16200000" flipV="1">
            <a:off x="7103001" y="1768998"/>
            <a:ext cx="6857998" cy="3320006"/>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0" name="Group 37">
            <a:extLst>
              <a:ext uri="{FF2B5EF4-FFF2-40B4-BE49-F238E27FC236}">
                <a16:creationId xmlns:a16="http://schemas.microsoft.com/office/drawing/2014/main" id="{AA1EA1F2-A678-B9A4-119A-DA3923B39A3A}"/>
              </a:ext>
            </a:extLst>
          </p:cNvPr>
          <p:cNvGrpSpPr/>
          <p:nvPr userDrawn="1"/>
        </p:nvGrpSpPr>
        <p:grpSpPr>
          <a:xfrm>
            <a:off x="11770322" y="176700"/>
            <a:ext cx="260230" cy="240782"/>
            <a:chOff x="5481638" y="2859088"/>
            <a:chExt cx="1231900" cy="1139825"/>
          </a:xfrm>
          <a:solidFill>
            <a:schemeClr val="bg2"/>
          </a:solidFill>
        </p:grpSpPr>
        <p:sp>
          <p:nvSpPr>
            <p:cNvPr id="21" name="Freeform 320">
              <a:extLst>
                <a:ext uri="{FF2B5EF4-FFF2-40B4-BE49-F238E27FC236}">
                  <a16:creationId xmlns:a16="http://schemas.microsoft.com/office/drawing/2014/main" id="{F2CAAAB8-8F85-36D6-90A3-F9EF7CA3A4F1}"/>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2" name="Freeform 321">
              <a:extLst>
                <a:ext uri="{FF2B5EF4-FFF2-40B4-BE49-F238E27FC236}">
                  <a16:creationId xmlns:a16="http://schemas.microsoft.com/office/drawing/2014/main" id="{5CFC2EFB-5E04-2EE5-FF07-1211D0C87D5E}"/>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2" name="Date Placeholder 1">
            <a:extLst>
              <a:ext uri="{FF2B5EF4-FFF2-40B4-BE49-F238E27FC236}">
                <a16:creationId xmlns:a16="http://schemas.microsoft.com/office/drawing/2014/main" id="{2B8F9C6F-5E55-F6B7-39D2-CF5A9A6F84BD}"/>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230850CD-89CD-C34B-151D-32B983A0A5B1}"/>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C3F4590F-315C-56B0-3B3E-63266FA764B6}"/>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5" name="Text Placeholder 9">
            <a:extLst>
              <a:ext uri="{FF2B5EF4-FFF2-40B4-BE49-F238E27FC236}">
                <a16:creationId xmlns:a16="http://schemas.microsoft.com/office/drawing/2014/main" id="{77CB4701-5EA8-F228-EB41-0CFF2D895F32}"/>
              </a:ext>
            </a:extLst>
          </p:cNvPr>
          <p:cNvSpPr>
            <a:spLocks noGrp="1"/>
          </p:cNvSpPr>
          <p:nvPr>
            <p:ph type="body" sz="quarter" idx="22" hasCustomPrompt="1"/>
          </p:nvPr>
        </p:nvSpPr>
        <p:spPr>
          <a:xfrm>
            <a:off x="550200" y="1634286"/>
            <a:ext cx="7920880"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9" name="Title 4">
            <a:extLst>
              <a:ext uri="{FF2B5EF4-FFF2-40B4-BE49-F238E27FC236}">
                <a16:creationId xmlns:a16="http://schemas.microsoft.com/office/drawing/2014/main" id="{A5D329F4-F440-1971-934F-BB7E30406179}"/>
              </a:ext>
            </a:extLst>
          </p:cNvPr>
          <p:cNvSpPr>
            <a:spLocks noGrp="1"/>
          </p:cNvSpPr>
          <p:nvPr>
            <p:ph type="title"/>
          </p:nvPr>
        </p:nvSpPr>
        <p:spPr>
          <a:xfrm>
            <a:off x="551384" y="549274"/>
            <a:ext cx="7920880" cy="930372"/>
          </a:xfrm>
        </p:spPr>
        <p:txBody>
          <a:bodyPr/>
          <a:lstStyle/>
          <a:p>
            <a:r>
              <a:rPr lang="en-US"/>
              <a:t>Click to edit Master title style</a:t>
            </a:r>
          </a:p>
        </p:txBody>
      </p:sp>
      <p:sp>
        <p:nvSpPr>
          <p:cNvPr id="11" name="Content Placeholder 5">
            <a:extLst>
              <a:ext uri="{FF2B5EF4-FFF2-40B4-BE49-F238E27FC236}">
                <a16:creationId xmlns:a16="http://schemas.microsoft.com/office/drawing/2014/main" id="{C57AAAE3-15FB-8EBD-D80A-38D40EBDDEBF}"/>
              </a:ext>
            </a:extLst>
          </p:cNvPr>
          <p:cNvSpPr>
            <a:spLocks noGrp="1"/>
          </p:cNvSpPr>
          <p:nvPr>
            <p:ph sz="quarter" idx="31"/>
          </p:nvPr>
        </p:nvSpPr>
        <p:spPr>
          <a:xfrm>
            <a:off x="551384" y="2132856"/>
            <a:ext cx="7920880"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20">
            <a:extLst>
              <a:ext uri="{FF2B5EF4-FFF2-40B4-BE49-F238E27FC236}">
                <a16:creationId xmlns:a16="http://schemas.microsoft.com/office/drawing/2014/main" id="{D9F4F301-816D-BBA5-0D4F-7106C88BF450}"/>
              </a:ext>
            </a:extLst>
          </p:cNvPr>
          <p:cNvSpPr>
            <a:spLocks noGrp="1"/>
          </p:cNvSpPr>
          <p:nvPr>
            <p:ph sz="quarter" idx="28"/>
          </p:nvPr>
        </p:nvSpPr>
        <p:spPr>
          <a:xfrm>
            <a:off x="9264352" y="2132856"/>
            <a:ext cx="2376786"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Chapter Placeholder 2">
            <a:extLst>
              <a:ext uri="{FF2B5EF4-FFF2-40B4-BE49-F238E27FC236}">
                <a16:creationId xmlns:a16="http://schemas.microsoft.com/office/drawing/2014/main" id="{E584A6CD-5C38-ABB3-1278-14FD6AFFF366}"/>
              </a:ext>
            </a:extLst>
          </p:cNvPr>
          <p:cNvSpPr>
            <a:spLocks noGrp="1"/>
          </p:cNvSpPr>
          <p:nvPr>
            <p:ph type="body" sz="quarter" idx="13" hasCustomPrompt="1"/>
          </p:nvPr>
        </p:nvSpPr>
        <p:spPr>
          <a:xfrm>
            <a:off x="550862" y="266219"/>
            <a:ext cx="7919853"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
        <p:nvSpPr>
          <p:cNvPr id="17" name="Text Placeholder 10">
            <a:extLst>
              <a:ext uri="{FF2B5EF4-FFF2-40B4-BE49-F238E27FC236}">
                <a16:creationId xmlns:a16="http://schemas.microsoft.com/office/drawing/2014/main" id="{3D4DF89C-E36B-311B-F8AD-FE3524EF4EF8}"/>
              </a:ext>
            </a:extLst>
          </p:cNvPr>
          <p:cNvSpPr>
            <a:spLocks noGrp="1"/>
          </p:cNvSpPr>
          <p:nvPr>
            <p:ph type="body" sz="quarter" idx="27"/>
          </p:nvPr>
        </p:nvSpPr>
        <p:spPr>
          <a:xfrm>
            <a:off x="9264351" y="1634285"/>
            <a:ext cx="2376787"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355682757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Content 6">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44142192-00F6-71C9-9A77-489CD275D234}"/>
              </a:ext>
            </a:extLst>
          </p:cNvPr>
          <p:cNvSpPr/>
          <p:nvPr userDrawn="1"/>
        </p:nvSpPr>
        <p:spPr>
          <a:xfrm rot="16200000" flipV="1">
            <a:off x="7563095" y="2229091"/>
            <a:ext cx="6857998" cy="2399819"/>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5" name="Group 37">
            <a:extLst>
              <a:ext uri="{FF2B5EF4-FFF2-40B4-BE49-F238E27FC236}">
                <a16:creationId xmlns:a16="http://schemas.microsoft.com/office/drawing/2014/main" id="{3DFDE37E-5420-F85E-8E48-40542DA08033}"/>
              </a:ext>
            </a:extLst>
          </p:cNvPr>
          <p:cNvGrpSpPr/>
          <p:nvPr userDrawn="1"/>
        </p:nvGrpSpPr>
        <p:grpSpPr>
          <a:xfrm>
            <a:off x="11770322" y="176700"/>
            <a:ext cx="260230" cy="240782"/>
            <a:chOff x="5481638" y="2859088"/>
            <a:chExt cx="1231900" cy="1139825"/>
          </a:xfrm>
          <a:solidFill>
            <a:schemeClr val="bg2"/>
          </a:solidFill>
        </p:grpSpPr>
        <p:sp>
          <p:nvSpPr>
            <p:cNvPr id="26" name="Freeform 320">
              <a:extLst>
                <a:ext uri="{FF2B5EF4-FFF2-40B4-BE49-F238E27FC236}">
                  <a16:creationId xmlns:a16="http://schemas.microsoft.com/office/drawing/2014/main" id="{AD48A599-A45D-8D69-AEA6-662642AD9D93}"/>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7" name="Freeform 321">
              <a:extLst>
                <a:ext uri="{FF2B5EF4-FFF2-40B4-BE49-F238E27FC236}">
                  <a16:creationId xmlns:a16="http://schemas.microsoft.com/office/drawing/2014/main" id="{D65A51CC-4C31-51CB-14AC-6B1601AB8ADE}"/>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D5AE9DA6-521B-F449-72BF-F6B58357D1E2}"/>
              </a:ext>
            </a:extLst>
          </p:cNvPr>
          <p:cNvSpPr>
            <a:spLocks noGrp="1"/>
          </p:cNvSpPr>
          <p:nvPr>
            <p:ph type="dt" sz="half" idx="25"/>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B8E5A5A4-4ABB-75D4-0347-730FFE4FE623}"/>
              </a:ext>
            </a:extLst>
          </p:cNvPr>
          <p:cNvSpPr>
            <a:spLocks noGrp="1"/>
          </p:cNvSpPr>
          <p:nvPr>
            <p:ph type="ftr" sz="quarter" idx="26"/>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1D8486EB-33DC-2A07-4FA3-E55575E4F077}"/>
              </a:ext>
            </a:extLst>
          </p:cNvPr>
          <p:cNvSpPr>
            <a:spLocks noGrp="1"/>
          </p:cNvSpPr>
          <p:nvPr>
            <p:ph type="sldNum" sz="quarter" idx="27"/>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F49FFE9F-318B-AD07-86E6-3D605204274E}"/>
              </a:ext>
            </a:extLst>
          </p:cNvPr>
          <p:cNvSpPr>
            <a:spLocks noGrp="1"/>
          </p:cNvSpPr>
          <p:nvPr>
            <p:ph type="body" sz="quarter" idx="22" hasCustomPrompt="1"/>
          </p:nvPr>
        </p:nvSpPr>
        <p:spPr>
          <a:xfrm>
            <a:off x="550200" y="1634286"/>
            <a:ext cx="8954190"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10" name="Title 4">
            <a:extLst>
              <a:ext uri="{FF2B5EF4-FFF2-40B4-BE49-F238E27FC236}">
                <a16:creationId xmlns:a16="http://schemas.microsoft.com/office/drawing/2014/main" id="{6B5BE04E-C718-08CB-4873-0698E24EE643}"/>
              </a:ext>
            </a:extLst>
          </p:cNvPr>
          <p:cNvSpPr>
            <a:spLocks noGrp="1"/>
          </p:cNvSpPr>
          <p:nvPr>
            <p:ph type="title"/>
          </p:nvPr>
        </p:nvSpPr>
        <p:spPr>
          <a:xfrm>
            <a:off x="551384" y="549274"/>
            <a:ext cx="8954190" cy="930372"/>
          </a:xfrm>
        </p:spPr>
        <p:txBody>
          <a:bodyPr/>
          <a:lstStyle/>
          <a:p>
            <a:r>
              <a:rPr lang="en-US"/>
              <a:t>Click to edit Master title style</a:t>
            </a:r>
          </a:p>
        </p:txBody>
      </p:sp>
      <p:sp>
        <p:nvSpPr>
          <p:cNvPr id="12" name="Content Placeholder 5">
            <a:extLst>
              <a:ext uri="{FF2B5EF4-FFF2-40B4-BE49-F238E27FC236}">
                <a16:creationId xmlns:a16="http://schemas.microsoft.com/office/drawing/2014/main" id="{2AE819EF-5661-07DD-8D8E-3816C9C948FA}"/>
              </a:ext>
            </a:extLst>
          </p:cNvPr>
          <p:cNvSpPr>
            <a:spLocks noGrp="1"/>
          </p:cNvSpPr>
          <p:nvPr>
            <p:ph sz="quarter" idx="31"/>
          </p:nvPr>
        </p:nvSpPr>
        <p:spPr>
          <a:xfrm>
            <a:off x="551384" y="2132856"/>
            <a:ext cx="8954190"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20">
            <a:extLst>
              <a:ext uri="{FF2B5EF4-FFF2-40B4-BE49-F238E27FC236}">
                <a16:creationId xmlns:a16="http://schemas.microsoft.com/office/drawing/2014/main" id="{6FD27327-DD4E-745F-BEE6-F2456262CD9F}"/>
              </a:ext>
            </a:extLst>
          </p:cNvPr>
          <p:cNvSpPr>
            <a:spLocks noGrp="1"/>
          </p:cNvSpPr>
          <p:nvPr>
            <p:ph sz="quarter" idx="28"/>
          </p:nvPr>
        </p:nvSpPr>
        <p:spPr>
          <a:xfrm>
            <a:off x="10056440" y="2132856"/>
            <a:ext cx="1584698"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ext Placeholder 10">
            <a:extLst>
              <a:ext uri="{FF2B5EF4-FFF2-40B4-BE49-F238E27FC236}">
                <a16:creationId xmlns:a16="http://schemas.microsoft.com/office/drawing/2014/main" id="{50CD247E-0744-79CF-8F93-524394145128}"/>
              </a:ext>
            </a:extLst>
          </p:cNvPr>
          <p:cNvSpPr>
            <a:spLocks noGrp="1"/>
          </p:cNvSpPr>
          <p:nvPr>
            <p:ph type="body" sz="quarter" idx="32"/>
          </p:nvPr>
        </p:nvSpPr>
        <p:spPr>
          <a:xfrm>
            <a:off x="10056439" y="1634286"/>
            <a:ext cx="1584699"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250520372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Content 6  Chapterbox">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44142192-00F6-71C9-9A77-489CD275D234}"/>
              </a:ext>
            </a:extLst>
          </p:cNvPr>
          <p:cNvSpPr/>
          <p:nvPr userDrawn="1"/>
        </p:nvSpPr>
        <p:spPr>
          <a:xfrm rot="16200000" flipV="1">
            <a:off x="7563095" y="2229091"/>
            <a:ext cx="6857998" cy="2399819"/>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5" name="Group 37">
            <a:extLst>
              <a:ext uri="{FF2B5EF4-FFF2-40B4-BE49-F238E27FC236}">
                <a16:creationId xmlns:a16="http://schemas.microsoft.com/office/drawing/2014/main" id="{3DFDE37E-5420-F85E-8E48-40542DA08033}"/>
              </a:ext>
            </a:extLst>
          </p:cNvPr>
          <p:cNvGrpSpPr/>
          <p:nvPr userDrawn="1"/>
        </p:nvGrpSpPr>
        <p:grpSpPr>
          <a:xfrm>
            <a:off x="11770322" y="176700"/>
            <a:ext cx="260230" cy="240782"/>
            <a:chOff x="5481638" y="2859088"/>
            <a:chExt cx="1231900" cy="1139825"/>
          </a:xfrm>
          <a:solidFill>
            <a:schemeClr val="bg2"/>
          </a:solidFill>
        </p:grpSpPr>
        <p:sp>
          <p:nvSpPr>
            <p:cNvPr id="26" name="Freeform 320">
              <a:extLst>
                <a:ext uri="{FF2B5EF4-FFF2-40B4-BE49-F238E27FC236}">
                  <a16:creationId xmlns:a16="http://schemas.microsoft.com/office/drawing/2014/main" id="{AD48A599-A45D-8D69-AEA6-662642AD9D93}"/>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7" name="Freeform 321">
              <a:extLst>
                <a:ext uri="{FF2B5EF4-FFF2-40B4-BE49-F238E27FC236}">
                  <a16:creationId xmlns:a16="http://schemas.microsoft.com/office/drawing/2014/main" id="{D65A51CC-4C31-51CB-14AC-6B1601AB8ADE}"/>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D5AE9DA6-521B-F449-72BF-F6B58357D1E2}"/>
              </a:ext>
            </a:extLst>
          </p:cNvPr>
          <p:cNvSpPr>
            <a:spLocks noGrp="1"/>
          </p:cNvSpPr>
          <p:nvPr>
            <p:ph type="dt" sz="half" idx="25"/>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B8E5A5A4-4ABB-75D4-0347-730FFE4FE623}"/>
              </a:ext>
            </a:extLst>
          </p:cNvPr>
          <p:cNvSpPr>
            <a:spLocks noGrp="1"/>
          </p:cNvSpPr>
          <p:nvPr>
            <p:ph type="ftr" sz="quarter" idx="26"/>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1D8486EB-33DC-2A07-4FA3-E55575E4F077}"/>
              </a:ext>
            </a:extLst>
          </p:cNvPr>
          <p:cNvSpPr>
            <a:spLocks noGrp="1"/>
          </p:cNvSpPr>
          <p:nvPr>
            <p:ph type="sldNum" sz="quarter" idx="27"/>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73D4D2DE-857C-432B-542C-776B73D12295}"/>
              </a:ext>
            </a:extLst>
          </p:cNvPr>
          <p:cNvSpPr>
            <a:spLocks noGrp="1"/>
          </p:cNvSpPr>
          <p:nvPr>
            <p:ph type="body" sz="quarter" idx="22" hasCustomPrompt="1"/>
          </p:nvPr>
        </p:nvSpPr>
        <p:spPr>
          <a:xfrm>
            <a:off x="550200" y="1634286"/>
            <a:ext cx="8954190"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12" name="Title 4">
            <a:extLst>
              <a:ext uri="{FF2B5EF4-FFF2-40B4-BE49-F238E27FC236}">
                <a16:creationId xmlns:a16="http://schemas.microsoft.com/office/drawing/2014/main" id="{D58330D2-B44D-B4BF-A2E5-010DDD74BFE7}"/>
              </a:ext>
            </a:extLst>
          </p:cNvPr>
          <p:cNvSpPr>
            <a:spLocks noGrp="1"/>
          </p:cNvSpPr>
          <p:nvPr>
            <p:ph type="title"/>
          </p:nvPr>
        </p:nvSpPr>
        <p:spPr>
          <a:xfrm>
            <a:off x="551384" y="549274"/>
            <a:ext cx="8954190" cy="930372"/>
          </a:xfrm>
        </p:spPr>
        <p:txBody>
          <a:bodyPr/>
          <a:lstStyle/>
          <a:p>
            <a:r>
              <a:rPr lang="en-US"/>
              <a:t>Click to edit Master title style</a:t>
            </a:r>
          </a:p>
        </p:txBody>
      </p:sp>
      <p:sp>
        <p:nvSpPr>
          <p:cNvPr id="13" name="Content Placeholder 5">
            <a:extLst>
              <a:ext uri="{FF2B5EF4-FFF2-40B4-BE49-F238E27FC236}">
                <a16:creationId xmlns:a16="http://schemas.microsoft.com/office/drawing/2014/main" id="{BD895A44-21D8-7652-F6B3-A65F96845F49}"/>
              </a:ext>
            </a:extLst>
          </p:cNvPr>
          <p:cNvSpPr>
            <a:spLocks noGrp="1"/>
          </p:cNvSpPr>
          <p:nvPr>
            <p:ph sz="quarter" idx="31"/>
          </p:nvPr>
        </p:nvSpPr>
        <p:spPr>
          <a:xfrm>
            <a:off x="551384" y="2132856"/>
            <a:ext cx="8954190"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20">
            <a:extLst>
              <a:ext uri="{FF2B5EF4-FFF2-40B4-BE49-F238E27FC236}">
                <a16:creationId xmlns:a16="http://schemas.microsoft.com/office/drawing/2014/main" id="{B7B3AFE6-55A3-42D9-6DD3-DA26A44341E4}"/>
              </a:ext>
            </a:extLst>
          </p:cNvPr>
          <p:cNvSpPr>
            <a:spLocks noGrp="1"/>
          </p:cNvSpPr>
          <p:nvPr>
            <p:ph sz="quarter" idx="28"/>
          </p:nvPr>
        </p:nvSpPr>
        <p:spPr>
          <a:xfrm>
            <a:off x="10056440" y="2132856"/>
            <a:ext cx="1584698"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Chapter Placeholder 2">
            <a:extLst>
              <a:ext uri="{FF2B5EF4-FFF2-40B4-BE49-F238E27FC236}">
                <a16:creationId xmlns:a16="http://schemas.microsoft.com/office/drawing/2014/main" id="{32B7BC2A-9784-4487-0ABA-5451BC0797E4}"/>
              </a:ext>
            </a:extLst>
          </p:cNvPr>
          <p:cNvSpPr>
            <a:spLocks noGrp="1"/>
          </p:cNvSpPr>
          <p:nvPr>
            <p:ph type="body" sz="quarter" idx="13" hasCustomPrompt="1"/>
          </p:nvPr>
        </p:nvSpPr>
        <p:spPr>
          <a:xfrm>
            <a:off x="550862" y="266219"/>
            <a:ext cx="8953029"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
        <p:nvSpPr>
          <p:cNvPr id="16" name="Text Placeholder 10">
            <a:extLst>
              <a:ext uri="{FF2B5EF4-FFF2-40B4-BE49-F238E27FC236}">
                <a16:creationId xmlns:a16="http://schemas.microsoft.com/office/drawing/2014/main" id="{5A4921A4-14DE-EAC1-42A7-044F67135397}"/>
              </a:ext>
            </a:extLst>
          </p:cNvPr>
          <p:cNvSpPr>
            <a:spLocks noGrp="1"/>
          </p:cNvSpPr>
          <p:nvPr>
            <p:ph type="body" sz="quarter" idx="32"/>
          </p:nvPr>
        </p:nvSpPr>
        <p:spPr>
          <a:xfrm>
            <a:off x="10056439" y="1635328"/>
            <a:ext cx="1584699"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154954041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 7">
    <p:spTree>
      <p:nvGrpSpPr>
        <p:cNvPr id="1" name=""/>
        <p:cNvGrpSpPr/>
        <p:nvPr/>
      </p:nvGrpSpPr>
      <p:grpSpPr>
        <a:xfrm>
          <a:off x="0" y="0"/>
          <a:ext cx="0" cy="0"/>
          <a:chOff x="0" y="0"/>
          <a:chExt cx="0" cy="0"/>
        </a:xfrm>
      </p:grpSpPr>
      <p:sp>
        <p:nvSpPr>
          <p:cNvPr id="7" name="Content Placeholder 17">
            <a:extLst>
              <a:ext uri="{FF2B5EF4-FFF2-40B4-BE49-F238E27FC236}">
                <a16:creationId xmlns:a16="http://schemas.microsoft.com/office/drawing/2014/main" id="{9419F9B9-A3F9-F338-CA95-2522ADFD9276}"/>
              </a:ext>
            </a:extLst>
          </p:cNvPr>
          <p:cNvSpPr>
            <a:spLocks noGrp="1"/>
          </p:cNvSpPr>
          <p:nvPr>
            <p:ph sz="quarter" idx="23"/>
          </p:nvPr>
        </p:nvSpPr>
        <p:spPr>
          <a:xfrm>
            <a:off x="6646863" y="1772816"/>
            <a:ext cx="4993753" cy="4535909"/>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3" name="Date Placeholder 2">
            <a:extLst>
              <a:ext uri="{FF2B5EF4-FFF2-40B4-BE49-F238E27FC236}">
                <a16:creationId xmlns:a16="http://schemas.microsoft.com/office/drawing/2014/main" id="{885B9FD2-6048-2D15-B439-6975CB885DBE}"/>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043C87BC-20D2-3A31-20C8-5F67B34C6548}"/>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0288BCF5-D034-A931-945B-6AA231F982A9}"/>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8" name="Title 7">
            <a:extLst>
              <a:ext uri="{FF2B5EF4-FFF2-40B4-BE49-F238E27FC236}">
                <a16:creationId xmlns:a16="http://schemas.microsoft.com/office/drawing/2014/main" id="{0AB69793-A772-75BC-7546-86D4C99DA295}"/>
              </a:ext>
            </a:extLst>
          </p:cNvPr>
          <p:cNvSpPr>
            <a:spLocks noGrp="1"/>
          </p:cNvSpPr>
          <p:nvPr>
            <p:ph type="title"/>
          </p:nvPr>
        </p:nvSpPr>
        <p:spPr/>
        <p:txBody>
          <a:bodyPr/>
          <a:lstStyle/>
          <a:p>
            <a:r>
              <a:rPr lang="en-US"/>
              <a:t>Click to edit Master title style</a:t>
            </a:r>
          </a:p>
        </p:txBody>
      </p:sp>
      <p:sp>
        <p:nvSpPr>
          <p:cNvPr id="5" name="Text Placeholder 9">
            <a:extLst>
              <a:ext uri="{FF2B5EF4-FFF2-40B4-BE49-F238E27FC236}">
                <a16:creationId xmlns:a16="http://schemas.microsoft.com/office/drawing/2014/main" id="{3CDC2611-10F8-E402-48FE-760013A0A338}"/>
              </a:ext>
            </a:extLst>
          </p:cNvPr>
          <p:cNvSpPr>
            <a:spLocks noGrp="1"/>
          </p:cNvSpPr>
          <p:nvPr>
            <p:ph type="body" sz="quarter" idx="22" hasCustomPrompt="1"/>
          </p:nvPr>
        </p:nvSpPr>
        <p:spPr>
          <a:xfrm>
            <a:off x="550200" y="1634286"/>
            <a:ext cx="5545800"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Tree>
    <p:extLst>
      <p:ext uri="{BB962C8B-B14F-4D97-AF65-F5344CB8AC3E}">
        <p14:creationId xmlns:p14="http://schemas.microsoft.com/office/powerpoint/2010/main" val="150065836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ntent 7 Chapterbox">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885B9FD2-6048-2D15-B439-6975CB885DBE}"/>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043C87BC-20D2-3A31-20C8-5F67B34C6548}"/>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0288BCF5-D034-A931-945B-6AA231F982A9}"/>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5" name="Content Placeholder 17">
            <a:extLst>
              <a:ext uri="{FF2B5EF4-FFF2-40B4-BE49-F238E27FC236}">
                <a16:creationId xmlns:a16="http://schemas.microsoft.com/office/drawing/2014/main" id="{2A1A29B9-2771-6C2E-7B5A-537C6A3853DB}"/>
              </a:ext>
            </a:extLst>
          </p:cNvPr>
          <p:cNvSpPr>
            <a:spLocks noGrp="1"/>
          </p:cNvSpPr>
          <p:nvPr>
            <p:ph sz="quarter" idx="23"/>
          </p:nvPr>
        </p:nvSpPr>
        <p:spPr>
          <a:xfrm>
            <a:off x="6646863" y="1772816"/>
            <a:ext cx="4993753" cy="4535909"/>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10" name="Title 7">
            <a:extLst>
              <a:ext uri="{FF2B5EF4-FFF2-40B4-BE49-F238E27FC236}">
                <a16:creationId xmlns:a16="http://schemas.microsoft.com/office/drawing/2014/main" id="{52EA2223-D8E1-77DA-D101-DFCD3DC98210}"/>
              </a:ext>
            </a:extLst>
          </p:cNvPr>
          <p:cNvSpPr>
            <a:spLocks noGrp="1"/>
          </p:cNvSpPr>
          <p:nvPr>
            <p:ph type="title"/>
          </p:nvPr>
        </p:nvSpPr>
        <p:spPr>
          <a:xfrm>
            <a:off x="551384" y="549274"/>
            <a:ext cx="11090938" cy="930372"/>
          </a:xfrm>
        </p:spPr>
        <p:txBody>
          <a:bodyPr/>
          <a:lstStyle/>
          <a:p>
            <a:r>
              <a:rPr lang="en-US"/>
              <a:t>Click to edit Master title style</a:t>
            </a:r>
          </a:p>
        </p:txBody>
      </p:sp>
      <p:sp>
        <p:nvSpPr>
          <p:cNvPr id="11" name="Text Placeholder 9">
            <a:extLst>
              <a:ext uri="{FF2B5EF4-FFF2-40B4-BE49-F238E27FC236}">
                <a16:creationId xmlns:a16="http://schemas.microsoft.com/office/drawing/2014/main" id="{BC80BDE3-7543-F16D-453F-B5134E4E1B35}"/>
              </a:ext>
            </a:extLst>
          </p:cNvPr>
          <p:cNvSpPr>
            <a:spLocks noGrp="1"/>
          </p:cNvSpPr>
          <p:nvPr>
            <p:ph type="body" sz="quarter" idx="22" hasCustomPrompt="1"/>
          </p:nvPr>
        </p:nvSpPr>
        <p:spPr>
          <a:xfrm>
            <a:off x="550200" y="1634286"/>
            <a:ext cx="5545800"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12" name="Chapter Placeholder 2">
            <a:extLst>
              <a:ext uri="{FF2B5EF4-FFF2-40B4-BE49-F238E27FC236}">
                <a16:creationId xmlns:a16="http://schemas.microsoft.com/office/drawing/2014/main" id="{0AA21B56-8077-BFD8-789F-17BFDAAE3DB4}"/>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8799897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ntent 3 Boxes">
    <p:spTree>
      <p:nvGrpSpPr>
        <p:cNvPr id="1" name=""/>
        <p:cNvGrpSpPr/>
        <p:nvPr/>
      </p:nvGrpSpPr>
      <p:grpSpPr>
        <a:xfrm>
          <a:off x="0" y="0"/>
          <a:ext cx="0" cy="0"/>
          <a:chOff x="0" y="0"/>
          <a:chExt cx="0" cy="0"/>
        </a:xfrm>
      </p:grpSpPr>
      <p:sp>
        <p:nvSpPr>
          <p:cNvPr id="16" name="Text Placeholder 9">
            <a:extLst>
              <a:ext uri="{FF2B5EF4-FFF2-40B4-BE49-F238E27FC236}">
                <a16:creationId xmlns:a16="http://schemas.microsoft.com/office/drawing/2014/main" id="{4075E3DD-DFAB-FD26-4572-504E4FADE53C}"/>
              </a:ext>
            </a:extLst>
          </p:cNvPr>
          <p:cNvSpPr>
            <a:spLocks noGrp="1"/>
          </p:cNvSpPr>
          <p:nvPr>
            <p:ph type="body" sz="quarter" idx="22"/>
          </p:nvPr>
        </p:nvSpPr>
        <p:spPr>
          <a:xfrm>
            <a:off x="550863" y="1628800"/>
            <a:ext cx="3546000" cy="615553"/>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17" name="Text Placeholder 9">
            <a:extLst>
              <a:ext uri="{FF2B5EF4-FFF2-40B4-BE49-F238E27FC236}">
                <a16:creationId xmlns:a16="http://schemas.microsoft.com/office/drawing/2014/main" id="{8E9CAB7D-9C7B-E2E2-9B30-A81C31152C20}"/>
              </a:ext>
            </a:extLst>
          </p:cNvPr>
          <p:cNvSpPr>
            <a:spLocks noGrp="1"/>
          </p:cNvSpPr>
          <p:nvPr>
            <p:ph type="body" sz="quarter" idx="35"/>
          </p:nvPr>
        </p:nvSpPr>
        <p:spPr>
          <a:xfrm>
            <a:off x="4324134" y="1628800"/>
            <a:ext cx="3546000" cy="615553"/>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23" name="Text Placeholder 9">
            <a:extLst>
              <a:ext uri="{FF2B5EF4-FFF2-40B4-BE49-F238E27FC236}">
                <a16:creationId xmlns:a16="http://schemas.microsoft.com/office/drawing/2014/main" id="{D6B28239-8A4A-2BC4-1B13-1201AC1B835B}"/>
              </a:ext>
            </a:extLst>
          </p:cNvPr>
          <p:cNvSpPr>
            <a:spLocks noGrp="1"/>
          </p:cNvSpPr>
          <p:nvPr>
            <p:ph type="body" sz="quarter" idx="36"/>
          </p:nvPr>
        </p:nvSpPr>
        <p:spPr>
          <a:xfrm>
            <a:off x="8097719" y="1628800"/>
            <a:ext cx="3509377" cy="615553"/>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24" name="Content Placeholder 2">
            <a:extLst>
              <a:ext uri="{FF2B5EF4-FFF2-40B4-BE49-F238E27FC236}">
                <a16:creationId xmlns:a16="http://schemas.microsoft.com/office/drawing/2014/main" id="{0228FE89-58D3-520A-49C5-58E95AF8757A}"/>
              </a:ext>
            </a:extLst>
          </p:cNvPr>
          <p:cNvSpPr>
            <a:spLocks noGrp="1"/>
          </p:cNvSpPr>
          <p:nvPr>
            <p:ph sz="quarter" idx="37"/>
          </p:nvPr>
        </p:nvSpPr>
        <p:spPr>
          <a:xfrm>
            <a:off x="550864" y="2471738"/>
            <a:ext cx="3544934" cy="38623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25" name="Content Placeholder 2">
            <a:extLst>
              <a:ext uri="{FF2B5EF4-FFF2-40B4-BE49-F238E27FC236}">
                <a16:creationId xmlns:a16="http://schemas.microsoft.com/office/drawing/2014/main" id="{CBF39E6D-DB1F-781A-6BDD-7C107DD91974}"/>
              </a:ext>
            </a:extLst>
          </p:cNvPr>
          <p:cNvSpPr>
            <a:spLocks noGrp="1"/>
          </p:cNvSpPr>
          <p:nvPr>
            <p:ph sz="quarter" idx="43"/>
          </p:nvPr>
        </p:nvSpPr>
        <p:spPr>
          <a:xfrm>
            <a:off x="4322749" y="2471738"/>
            <a:ext cx="3544934" cy="38623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26" name="Content Placeholder 2">
            <a:extLst>
              <a:ext uri="{FF2B5EF4-FFF2-40B4-BE49-F238E27FC236}">
                <a16:creationId xmlns:a16="http://schemas.microsoft.com/office/drawing/2014/main" id="{1CB95990-A777-8921-215A-C8A73F186031}"/>
              </a:ext>
            </a:extLst>
          </p:cNvPr>
          <p:cNvSpPr>
            <a:spLocks noGrp="1"/>
          </p:cNvSpPr>
          <p:nvPr>
            <p:ph sz="quarter" idx="44"/>
          </p:nvPr>
        </p:nvSpPr>
        <p:spPr>
          <a:xfrm>
            <a:off x="8062162" y="2471738"/>
            <a:ext cx="3544934" cy="38623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2" name="Date Placeholder 1">
            <a:extLst>
              <a:ext uri="{FF2B5EF4-FFF2-40B4-BE49-F238E27FC236}">
                <a16:creationId xmlns:a16="http://schemas.microsoft.com/office/drawing/2014/main" id="{0C75832D-4FE3-EA04-12B9-E1273FD483F9}"/>
              </a:ext>
            </a:extLst>
          </p:cNvPr>
          <p:cNvSpPr>
            <a:spLocks noGrp="1"/>
          </p:cNvSpPr>
          <p:nvPr>
            <p:ph type="dt" sz="half" idx="45"/>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5B94528A-812C-C7DE-A787-ABF5508E4B6F}"/>
              </a:ext>
            </a:extLst>
          </p:cNvPr>
          <p:cNvSpPr>
            <a:spLocks noGrp="1"/>
          </p:cNvSpPr>
          <p:nvPr>
            <p:ph type="ftr" sz="quarter" idx="46"/>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29042902-22AE-CB28-435A-B90F5D3E43B3}"/>
              </a:ext>
            </a:extLst>
          </p:cNvPr>
          <p:cNvSpPr>
            <a:spLocks noGrp="1"/>
          </p:cNvSpPr>
          <p:nvPr>
            <p:ph type="sldNum" sz="quarter" idx="47"/>
          </p:nvPr>
        </p:nvSpPr>
        <p:spPr/>
        <p:txBody>
          <a:bodyPr/>
          <a:lstStyle/>
          <a:p>
            <a:pPr algn="r"/>
            <a:fld id="{5D9A5160-6218-4E5A-B9E6-B93E3DAE377C}" type="slidenum">
              <a:rPr lang="en-US" smtClean="0"/>
              <a:pPr algn="r"/>
              <a:t>‹#›</a:t>
            </a:fld>
            <a:endParaRPr lang="en-US"/>
          </a:p>
        </p:txBody>
      </p:sp>
      <p:sp>
        <p:nvSpPr>
          <p:cNvPr id="5" name="Title 4">
            <a:extLst>
              <a:ext uri="{FF2B5EF4-FFF2-40B4-BE49-F238E27FC236}">
                <a16:creationId xmlns:a16="http://schemas.microsoft.com/office/drawing/2014/main" id="{7D17B910-3BBD-74AE-2117-34ABBECEE37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47246717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3 Boxes Chapterbox">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C75832D-4FE3-EA04-12B9-E1273FD483F9}"/>
              </a:ext>
            </a:extLst>
          </p:cNvPr>
          <p:cNvSpPr>
            <a:spLocks noGrp="1"/>
          </p:cNvSpPr>
          <p:nvPr>
            <p:ph type="dt" sz="half" idx="45"/>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5B94528A-812C-C7DE-A787-ABF5508E4B6F}"/>
              </a:ext>
            </a:extLst>
          </p:cNvPr>
          <p:cNvSpPr>
            <a:spLocks noGrp="1"/>
          </p:cNvSpPr>
          <p:nvPr>
            <p:ph type="ftr" sz="quarter" idx="46"/>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29042902-22AE-CB28-435A-B90F5D3E43B3}"/>
              </a:ext>
            </a:extLst>
          </p:cNvPr>
          <p:cNvSpPr>
            <a:spLocks noGrp="1"/>
          </p:cNvSpPr>
          <p:nvPr>
            <p:ph type="sldNum" sz="quarter" idx="47"/>
          </p:nvPr>
        </p:nvSpPr>
        <p:spPr/>
        <p:txBody>
          <a:bodyPr/>
          <a:lstStyle/>
          <a:p>
            <a:pPr algn="r"/>
            <a:fld id="{5D9A5160-6218-4E5A-B9E6-B93E3DAE377C}" type="slidenum">
              <a:rPr lang="en-US" smtClean="0"/>
              <a:pPr algn="r"/>
              <a:t>‹#›</a:t>
            </a:fld>
            <a:endParaRPr lang="en-US"/>
          </a:p>
        </p:txBody>
      </p:sp>
      <p:sp>
        <p:nvSpPr>
          <p:cNvPr id="5" name="Text Placeholder 9">
            <a:extLst>
              <a:ext uri="{FF2B5EF4-FFF2-40B4-BE49-F238E27FC236}">
                <a16:creationId xmlns:a16="http://schemas.microsoft.com/office/drawing/2014/main" id="{C00665E5-BDA3-E8BD-B7E9-82C2A9449AC5}"/>
              </a:ext>
            </a:extLst>
          </p:cNvPr>
          <p:cNvSpPr>
            <a:spLocks noGrp="1"/>
          </p:cNvSpPr>
          <p:nvPr>
            <p:ph type="body" sz="quarter" idx="22"/>
          </p:nvPr>
        </p:nvSpPr>
        <p:spPr>
          <a:xfrm>
            <a:off x="550863" y="1628800"/>
            <a:ext cx="3546000" cy="615553"/>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8" name="Text Placeholder 9">
            <a:extLst>
              <a:ext uri="{FF2B5EF4-FFF2-40B4-BE49-F238E27FC236}">
                <a16:creationId xmlns:a16="http://schemas.microsoft.com/office/drawing/2014/main" id="{5DCD0BDB-5B44-5F28-AE7C-A6DDA74FA4C6}"/>
              </a:ext>
            </a:extLst>
          </p:cNvPr>
          <p:cNvSpPr>
            <a:spLocks noGrp="1"/>
          </p:cNvSpPr>
          <p:nvPr>
            <p:ph type="body" sz="quarter" idx="35"/>
          </p:nvPr>
        </p:nvSpPr>
        <p:spPr>
          <a:xfrm>
            <a:off x="4324134" y="1628800"/>
            <a:ext cx="3546000" cy="615553"/>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9" name="Text Placeholder 9">
            <a:extLst>
              <a:ext uri="{FF2B5EF4-FFF2-40B4-BE49-F238E27FC236}">
                <a16:creationId xmlns:a16="http://schemas.microsoft.com/office/drawing/2014/main" id="{E5A9C862-F068-5FA8-B790-33B9E92B9717}"/>
              </a:ext>
            </a:extLst>
          </p:cNvPr>
          <p:cNvSpPr>
            <a:spLocks noGrp="1"/>
          </p:cNvSpPr>
          <p:nvPr>
            <p:ph type="body" sz="quarter" idx="36"/>
          </p:nvPr>
        </p:nvSpPr>
        <p:spPr>
          <a:xfrm>
            <a:off x="8097719" y="1628800"/>
            <a:ext cx="3509377" cy="615553"/>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10" name="Content Placeholder 2">
            <a:extLst>
              <a:ext uri="{FF2B5EF4-FFF2-40B4-BE49-F238E27FC236}">
                <a16:creationId xmlns:a16="http://schemas.microsoft.com/office/drawing/2014/main" id="{03D01268-B758-D427-140C-0987162EAFE5}"/>
              </a:ext>
            </a:extLst>
          </p:cNvPr>
          <p:cNvSpPr>
            <a:spLocks noGrp="1"/>
          </p:cNvSpPr>
          <p:nvPr>
            <p:ph sz="quarter" idx="37"/>
          </p:nvPr>
        </p:nvSpPr>
        <p:spPr>
          <a:xfrm>
            <a:off x="550864" y="2471738"/>
            <a:ext cx="3544934" cy="38623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11" name="Content Placeholder 2">
            <a:extLst>
              <a:ext uri="{FF2B5EF4-FFF2-40B4-BE49-F238E27FC236}">
                <a16:creationId xmlns:a16="http://schemas.microsoft.com/office/drawing/2014/main" id="{4EAE12CE-6A8B-E8C1-80C3-2C87D81A22C3}"/>
              </a:ext>
            </a:extLst>
          </p:cNvPr>
          <p:cNvSpPr>
            <a:spLocks noGrp="1"/>
          </p:cNvSpPr>
          <p:nvPr>
            <p:ph sz="quarter" idx="43"/>
          </p:nvPr>
        </p:nvSpPr>
        <p:spPr>
          <a:xfrm>
            <a:off x="4322749" y="2471738"/>
            <a:ext cx="3544934" cy="38623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12" name="Content Placeholder 2">
            <a:extLst>
              <a:ext uri="{FF2B5EF4-FFF2-40B4-BE49-F238E27FC236}">
                <a16:creationId xmlns:a16="http://schemas.microsoft.com/office/drawing/2014/main" id="{A1EE52F1-A13F-231A-A204-62146E8BB729}"/>
              </a:ext>
            </a:extLst>
          </p:cNvPr>
          <p:cNvSpPr>
            <a:spLocks noGrp="1"/>
          </p:cNvSpPr>
          <p:nvPr>
            <p:ph sz="quarter" idx="44"/>
          </p:nvPr>
        </p:nvSpPr>
        <p:spPr>
          <a:xfrm>
            <a:off x="8062162" y="2471738"/>
            <a:ext cx="3544934" cy="38623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13" name="Title 4">
            <a:extLst>
              <a:ext uri="{FF2B5EF4-FFF2-40B4-BE49-F238E27FC236}">
                <a16:creationId xmlns:a16="http://schemas.microsoft.com/office/drawing/2014/main" id="{A6EAC310-8D5D-2E10-9194-8635143AE73C}"/>
              </a:ext>
            </a:extLst>
          </p:cNvPr>
          <p:cNvSpPr>
            <a:spLocks noGrp="1"/>
          </p:cNvSpPr>
          <p:nvPr>
            <p:ph type="title"/>
          </p:nvPr>
        </p:nvSpPr>
        <p:spPr>
          <a:xfrm>
            <a:off x="551384" y="549274"/>
            <a:ext cx="11090938" cy="930372"/>
          </a:xfrm>
        </p:spPr>
        <p:txBody>
          <a:bodyPr/>
          <a:lstStyle/>
          <a:p>
            <a:r>
              <a:rPr lang="en-US"/>
              <a:t>Click to edit Master title style</a:t>
            </a:r>
          </a:p>
        </p:txBody>
      </p:sp>
      <p:sp>
        <p:nvSpPr>
          <p:cNvPr id="14" name="Chapter Placeholder 2">
            <a:extLst>
              <a:ext uri="{FF2B5EF4-FFF2-40B4-BE49-F238E27FC236}">
                <a16:creationId xmlns:a16="http://schemas.microsoft.com/office/drawing/2014/main" id="{0198E6F0-06BA-7AF7-87A6-64D7D7D3B402}"/>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229252953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5" name="Text Placeholder 9">
            <a:extLst>
              <a:ext uri="{FF2B5EF4-FFF2-40B4-BE49-F238E27FC236}">
                <a16:creationId xmlns:a16="http://schemas.microsoft.com/office/drawing/2014/main" id="{A0B15415-1D8C-B1CF-007F-AF25F5E8B5E0}"/>
              </a:ext>
            </a:extLst>
          </p:cNvPr>
          <p:cNvSpPr>
            <a:spLocks noGrp="1"/>
          </p:cNvSpPr>
          <p:nvPr>
            <p:ph type="body" sz="quarter" idx="22"/>
          </p:nvPr>
        </p:nvSpPr>
        <p:spPr>
          <a:xfrm>
            <a:off x="550864" y="1628800"/>
            <a:ext cx="5330138" cy="307777"/>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8" name="Content Placeholder 17">
            <a:extLst>
              <a:ext uri="{FF2B5EF4-FFF2-40B4-BE49-F238E27FC236}">
                <a16:creationId xmlns:a16="http://schemas.microsoft.com/office/drawing/2014/main" id="{88A06028-7957-3D06-79FE-33A3DA8C8299}"/>
              </a:ext>
            </a:extLst>
          </p:cNvPr>
          <p:cNvSpPr>
            <a:spLocks noGrp="1"/>
          </p:cNvSpPr>
          <p:nvPr>
            <p:ph sz="quarter" idx="23"/>
          </p:nvPr>
        </p:nvSpPr>
        <p:spPr>
          <a:xfrm>
            <a:off x="550862" y="2492896"/>
            <a:ext cx="5330138" cy="385075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10" name="Text Placeholder 9">
            <a:extLst>
              <a:ext uri="{FF2B5EF4-FFF2-40B4-BE49-F238E27FC236}">
                <a16:creationId xmlns:a16="http://schemas.microsoft.com/office/drawing/2014/main" id="{DCC3AC80-AAB0-BD9C-DCE4-4B771F2625EE}"/>
              </a:ext>
            </a:extLst>
          </p:cNvPr>
          <p:cNvSpPr>
            <a:spLocks noGrp="1"/>
          </p:cNvSpPr>
          <p:nvPr>
            <p:ph type="body" sz="quarter" idx="24"/>
          </p:nvPr>
        </p:nvSpPr>
        <p:spPr>
          <a:xfrm>
            <a:off x="6310478" y="1628800"/>
            <a:ext cx="5330138" cy="307777"/>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11" name="Content Placeholder 17">
            <a:extLst>
              <a:ext uri="{FF2B5EF4-FFF2-40B4-BE49-F238E27FC236}">
                <a16:creationId xmlns:a16="http://schemas.microsoft.com/office/drawing/2014/main" id="{163C3FEF-254F-65E1-67F0-E654CC319296}"/>
              </a:ext>
            </a:extLst>
          </p:cNvPr>
          <p:cNvSpPr>
            <a:spLocks noGrp="1"/>
          </p:cNvSpPr>
          <p:nvPr>
            <p:ph sz="quarter" idx="25"/>
          </p:nvPr>
        </p:nvSpPr>
        <p:spPr>
          <a:xfrm>
            <a:off x="6310476" y="2492896"/>
            <a:ext cx="5330138" cy="385075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2" name="Date Placeholder 1">
            <a:extLst>
              <a:ext uri="{FF2B5EF4-FFF2-40B4-BE49-F238E27FC236}">
                <a16:creationId xmlns:a16="http://schemas.microsoft.com/office/drawing/2014/main" id="{9E19822C-D354-F2FB-1C56-D296F7B12974}"/>
              </a:ext>
            </a:extLst>
          </p:cNvPr>
          <p:cNvSpPr>
            <a:spLocks noGrp="1"/>
          </p:cNvSpPr>
          <p:nvPr>
            <p:ph type="dt" sz="half" idx="26"/>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79AA8835-108D-EC01-28A9-036F9DC1ED24}"/>
              </a:ext>
            </a:extLst>
          </p:cNvPr>
          <p:cNvSpPr>
            <a:spLocks noGrp="1"/>
          </p:cNvSpPr>
          <p:nvPr>
            <p:ph type="ftr" sz="quarter" idx="27"/>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97F09F6A-36AF-74AE-86F3-4627D658998C}"/>
              </a:ext>
            </a:extLst>
          </p:cNvPr>
          <p:cNvSpPr>
            <a:spLocks noGrp="1"/>
          </p:cNvSpPr>
          <p:nvPr>
            <p:ph type="sldNum" sz="quarter" idx="28"/>
          </p:nvPr>
        </p:nvSpPr>
        <p:spPr/>
        <p:txBody>
          <a:bodyPr/>
          <a:lstStyle/>
          <a:p>
            <a:pPr algn="r"/>
            <a:fld id="{5D9A5160-6218-4E5A-B9E6-B93E3DAE377C}" type="slidenum">
              <a:rPr lang="en-US" smtClean="0"/>
              <a:pPr algn="r"/>
              <a:t>‹#›</a:t>
            </a:fld>
            <a:endParaRPr lang="en-US"/>
          </a:p>
        </p:txBody>
      </p:sp>
      <p:sp>
        <p:nvSpPr>
          <p:cNvPr id="6" name="Title 5">
            <a:extLst>
              <a:ext uri="{FF2B5EF4-FFF2-40B4-BE49-F238E27FC236}">
                <a16:creationId xmlns:a16="http://schemas.microsoft.com/office/drawing/2014/main" id="{29DB7F80-D4E2-48A2-55A8-57B6588B83AC}"/>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43376362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mparison Chapterbox">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E19822C-D354-F2FB-1C56-D296F7B12974}"/>
              </a:ext>
            </a:extLst>
          </p:cNvPr>
          <p:cNvSpPr>
            <a:spLocks noGrp="1"/>
          </p:cNvSpPr>
          <p:nvPr>
            <p:ph type="dt" sz="half" idx="26"/>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79AA8835-108D-EC01-28A9-036F9DC1ED24}"/>
              </a:ext>
            </a:extLst>
          </p:cNvPr>
          <p:cNvSpPr>
            <a:spLocks noGrp="1"/>
          </p:cNvSpPr>
          <p:nvPr>
            <p:ph type="ftr" sz="quarter" idx="27"/>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97F09F6A-36AF-74AE-86F3-4627D658998C}"/>
              </a:ext>
            </a:extLst>
          </p:cNvPr>
          <p:cNvSpPr>
            <a:spLocks noGrp="1"/>
          </p:cNvSpPr>
          <p:nvPr>
            <p:ph type="sldNum" sz="quarter" idx="28"/>
          </p:nvPr>
        </p:nvSpPr>
        <p:spPr/>
        <p:txBody>
          <a:bodyPr/>
          <a:lstStyle/>
          <a:p>
            <a:pPr algn="r"/>
            <a:fld id="{5D9A5160-6218-4E5A-B9E6-B93E3DAE377C}" type="slidenum">
              <a:rPr lang="en-US" smtClean="0"/>
              <a:pPr algn="r"/>
              <a:t>‹#›</a:t>
            </a:fld>
            <a:endParaRPr lang="en-US"/>
          </a:p>
        </p:txBody>
      </p:sp>
      <p:sp>
        <p:nvSpPr>
          <p:cNvPr id="7" name="Text Placeholder 9">
            <a:extLst>
              <a:ext uri="{FF2B5EF4-FFF2-40B4-BE49-F238E27FC236}">
                <a16:creationId xmlns:a16="http://schemas.microsoft.com/office/drawing/2014/main" id="{A9858FC9-E31E-22A5-20E6-DF65368E51BD}"/>
              </a:ext>
            </a:extLst>
          </p:cNvPr>
          <p:cNvSpPr>
            <a:spLocks noGrp="1"/>
          </p:cNvSpPr>
          <p:nvPr>
            <p:ph type="body" sz="quarter" idx="22"/>
          </p:nvPr>
        </p:nvSpPr>
        <p:spPr>
          <a:xfrm>
            <a:off x="550864" y="1628800"/>
            <a:ext cx="5330138" cy="307777"/>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12" name="Content Placeholder 17">
            <a:extLst>
              <a:ext uri="{FF2B5EF4-FFF2-40B4-BE49-F238E27FC236}">
                <a16:creationId xmlns:a16="http://schemas.microsoft.com/office/drawing/2014/main" id="{CCA19B0D-8B57-D85C-1011-1CAC62D2F0F3}"/>
              </a:ext>
            </a:extLst>
          </p:cNvPr>
          <p:cNvSpPr>
            <a:spLocks noGrp="1"/>
          </p:cNvSpPr>
          <p:nvPr>
            <p:ph sz="quarter" idx="23"/>
          </p:nvPr>
        </p:nvSpPr>
        <p:spPr>
          <a:xfrm>
            <a:off x="550862" y="2492896"/>
            <a:ext cx="5330138" cy="385075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13" name="Text Placeholder 9">
            <a:extLst>
              <a:ext uri="{FF2B5EF4-FFF2-40B4-BE49-F238E27FC236}">
                <a16:creationId xmlns:a16="http://schemas.microsoft.com/office/drawing/2014/main" id="{CF6F8FCA-8DFE-AD50-412B-AE814DC29656}"/>
              </a:ext>
            </a:extLst>
          </p:cNvPr>
          <p:cNvSpPr>
            <a:spLocks noGrp="1"/>
          </p:cNvSpPr>
          <p:nvPr>
            <p:ph type="body" sz="quarter" idx="24"/>
          </p:nvPr>
        </p:nvSpPr>
        <p:spPr>
          <a:xfrm>
            <a:off x="6310478" y="1628800"/>
            <a:ext cx="5330138" cy="307777"/>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14" name="Content Placeholder 17">
            <a:extLst>
              <a:ext uri="{FF2B5EF4-FFF2-40B4-BE49-F238E27FC236}">
                <a16:creationId xmlns:a16="http://schemas.microsoft.com/office/drawing/2014/main" id="{343A3AFA-D7DE-39DF-996B-43D9E51B8BE2}"/>
              </a:ext>
            </a:extLst>
          </p:cNvPr>
          <p:cNvSpPr>
            <a:spLocks noGrp="1"/>
          </p:cNvSpPr>
          <p:nvPr>
            <p:ph sz="quarter" idx="25"/>
          </p:nvPr>
        </p:nvSpPr>
        <p:spPr>
          <a:xfrm>
            <a:off x="6310476" y="2492896"/>
            <a:ext cx="5330138" cy="385075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15" name="Title 5">
            <a:extLst>
              <a:ext uri="{FF2B5EF4-FFF2-40B4-BE49-F238E27FC236}">
                <a16:creationId xmlns:a16="http://schemas.microsoft.com/office/drawing/2014/main" id="{D9482294-3454-D856-0C2D-E66155DFBC45}"/>
              </a:ext>
            </a:extLst>
          </p:cNvPr>
          <p:cNvSpPr>
            <a:spLocks noGrp="1"/>
          </p:cNvSpPr>
          <p:nvPr>
            <p:ph type="title"/>
          </p:nvPr>
        </p:nvSpPr>
        <p:spPr>
          <a:xfrm>
            <a:off x="551384" y="549274"/>
            <a:ext cx="11090938" cy="930372"/>
          </a:xfrm>
        </p:spPr>
        <p:txBody>
          <a:bodyPr/>
          <a:lstStyle/>
          <a:p>
            <a:r>
              <a:rPr lang="en-US"/>
              <a:t>Click to edit Master title style</a:t>
            </a:r>
          </a:p>
        </p:txBody>
      </p:sp>
      <p:sp>
        <p:nvSpPr>
          <p:cNvPr id="16" name="Chapter Placeholder 2">
            <a:extLst>
              <a:ext uri="{FF2B5EF4-FFF2-40B4-BE49-F238E27FC236}">
                <a16:creationId xmlns:a16="http://schemas.microsoft.com/office/drawing/2014/main" id="{517FBB4B-5A68-7765-35D5-7BEE297C6AAB}"/>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49825404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tent Photo 1">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6C4F5EE7-6CA6-23D5-2788-911B0B2A43B3}"/>
              </a:ext>
            </a:extLst>
          </p:cNvPr>
          <p:cNvSpPr>
            <a:spLocks noGrp="1"/>
          </p:cNvSpPr>
          <p:nvPr>
            <p:ph type="pic" sz="quarter" idx="10" hasCustomPrompt="1"/>
          </p:nvPr>
        </p:nvSpPr>
        <p:spPr>
          <a:xfrm>
            <a:off x="7943743" y="1"/>
            <a:ext cx="4248257"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0" name="Date Placeholder 9">
            <a:extLst>
              <a:ext uri="{FF2B5EF4-FFF2-40B4-BE49-F238E27FC236}">
                <a16:creationId xmlns:a16="http://schemas.microsoft.com/office/drawing/2014/main" id="{46783FFD-9F48-C402-1C8B-428607819FB0}"/>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6AD5ECD-D6D3-FD2C-E095-2E1A79FDA02A}"/>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C3781C8A-9DD0-4577-58C6-4DB8551B5B02}"/>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7" name="Logo Placeholder 7">
            <a:extLst>
              <a:ext uri="{FF2B5EF4-FFF2-40B4-BE49-F238E27FC236}">
                <a16:creationId xmlns:a16="http://schemas.microsoft.com/office/drawing/2014/main" id="{AE6646BC-32F6-9AC6-5DA3-6CA08C229501}"/>
              </a:ext>
            </a:extLst>
          </p:cNvPr>
          <p:cNvSpPr>
            <a:spLocks noGrp="1"/>
          </p:cNvSpPr>
          <p:nvPr>
            <p:ph type="body" sz="quarter" idx="40" hasCustomPrompt="1"/>
          </p:nvPr>
        </p:nvSpPr>
        <p:spPr>
          <a:xfrm>
            <a:off x="11765626" y="128961"/>
            <a:ext cx="269046" cy="335806"/>
          </a:xfr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
        <p:nvSpPr>
          <p:cNvPr id="16" name="Text Placeholder 9">
            <a:extLst>
              <a:ext uri="{FF2B5EF4-FFF2-40B4-BE49-F238E27FC236}">
                <a16:creationId xmlns:a16="http://schemas.microsoft.com/office/drawing/2014/main" id="{935FD019-48D6-983C-6B94-E0976FB8783C}"/>
              </a:ext>
            </a:extLst>
          </p:cNvPr>
          <p:cNvSpPr>
            <a:spLocks noGrp="1"/>
          </p:cNvSpPr>
          <p:nvPr>
            <p:ph type="body" sz="quarter" idx="22" hasCustomPrompt="1"/>
          </p:nvPr>
        </p:nvSpPr>
        <p:spPr>
          <a:xfrm>
            <a:off x="550200" y="1634286"/>
            <a:ext cx="6984776"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17" name="Title 4">
            <a:extLst>
              <a:ext uri="{FF2B5EF4-FFF2-40B4-BE49-F238E27FC236}">
                <a16:creationId xmlns:a16="http://schemas.microsoft.com/office/drawing/2014/main" id="{FC4953BF-CA63-7307-BB05-264598E5B859}"/>
              </a:ext>
            </a:extLst>
          </p:cNvPr>
          <p:cNvSpPr>
            <a:spLocks noGrp="1"/>
          </p:cNvSpPr>
          <p:nvPr>
            <p:ph type="title"/>
          </p:nvPr>
        </p:nvSpPr>
        <p:spPr>
          <a:xfrm>
            <a:off x="551384" y="549274"/>
            <a:ext cx="6984776" cy="930372"/>
          </a:xfrm>
        </p:spPr>
        <p:txBody>
          <a:bodyPr/>
          <a:lstStyle/>
          <a:p>
            <a:r>
              <a:rPr lang="en-US"/>
              <a:t>Click to edit Master title style</a:t>
            </a:r>
          </a:p>
        </p:txBody>
      </p:sp>
      <p:sp>
        <p:nvSpPr>
          <p:cNvPr id="18" name="Content Placeholder 5">
            <a:extLst>
              <a:ext uri="{FF2B5EF4-FFF2-40B4-BE49-F238E27FC236}">
                <a16:creationId xmlns:a16="http://schemas.microsoft.com/office/drawing/2014/main" id="{AEC7E24F-95DB-9C78-60A3-E8139D06C8F3}"/>
              </a:ext>
            </a:extLst>
          </p:cNvPr>
          <p:cNvSpPr>
            <a:spLocks noGrp="1"/>
          </p:cNvSpPr>
          <p:nvPr>
            <p:ph sz="quarter" idx="31"/>
          </p:nvPr>
        </p:nvSpPr>
        <p:spPr>
          <a:xfrm>
            <a:off x="551384" y="2132856"/>
            <a:ext cx="6984776"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456925901"/>
      </p:ext>
    </p:extLst>
  </p:cSld>
  <p:clrMapOvr>
    <a:masterClrMapping/>
  </p:clrMapOvr>
  <p:extLst>
    <p:ext uri="{DCECCB84-F9BA-43D5-87BE-67443E8EF086}">
      <p15:sldGuideLst xmlns:p15="http://schemas.microsoft.com/office/powerpoint/2012/main">
        <p15:guide id="1" pos="511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t Photo 1 Chapterbox">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6C4F5EE7-6CA6-23D5-2788-911B0B2A43B3}"/>
              </a:ext>
            </a:extLst>
          </p:cNvPr>
          <p:cNvSpPr>
            <a:spLocks noGrp="1"/>
          </p:cNvSpPr>
          <p:nvPr>
            <p:ph type="pic" sz="quarter" idx="10" hasCustomPrompt="1"/>
          </p:nvPr>
        </p:nvSpPr>
        <p:spPr>
          <a:xfrm>
            <a:off x="7943743" y="1"/>
            <a:ext cx="4248257"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0" name="Date Placeholder 9">
            <a:extLst>
              <a:ext uri="{FF2B5EF4-FFF2-40B4-BE49-F238E27FC236}">
                <a16:creationId xmlns:a16="http://schemas.microsoft.com/office/drawing/2014/main" id="{46783FFD-9F48-C402-1C8B-428607819FB0}"/>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6AD5ECD-D6D3-FD2C-E095-2E1A79FDA02A}"/>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C3781C8A-9DD0-4577-58C6-4DB8551B5B02}"/>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4" name="Logo Placeholder 7">
            <a:extLst>
              <a:ext uri="{FF2B5EF4-FFF2-40B4-BE49-F238E27FC236}">
                <a16:creationId xmlns:a16="http://schemas.microsoft.com/office/drawing/2014/main" id="{3BF0ED60-C129-C9C6-4501-946318C0FF02}"/>
              </a:ext>
            </a:extLst>
          </p:cNvPr>
          <p:cNvSpPr>
            <a:spLocks noGrp="1"/>
          </p:cNvSpPr>
          <p:nvPr>
            <p:ph type="body" sz="quarter" idx="40" hasCustomPrompt="1"/>
          </p:nvPr>
        </p:nvSpPr>
        <p:spPr>
          <a:xfrm>
            <a:off x="11765626" y="128961"/>
            <a:ext cx="269046" cy="335806"/>
          </a:xfr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
        <p:nvSpPr>
          <p:cNvPr id="7" name="Text Placeholder 9">
            <a:extLst>
              <a:ext uri="{FF2B5EF4-FFF2-40B4-BE49-F238E27FC236}">
                <a16:creationId xmlns:a16="http://schemas.microsoft.com/office/drawing/2014/main" id="{B273940D-E1AD-EA8E-78DF-498922FA8A2F}"/>
              </a:ext>
            </a:extLst>
          </p:cNvPr>
          <p:cNvSpPr>
            <a:spLocks noGrp="1"/>
          </p:cNvSpPr>
          <p:nvPr>
            <p:ph type="body" sz="quarter" idx="22" hasCustomPrompt="1"/>
          </p:nvPr>
        </p:nvSpPr>
        <p:spPr>
          <a:xfrm>
            <a:off x="550200" y="1634286"/>
            <a:ext cx="6984776"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9" name="Title 4">
            <a:extLst>
              <a:ext uri="{FF2B5EF4-FFF2-40B4-BE49-F238E27FC236}">
                <a16:creationId xmlns:a16="http://schemas.microsoft.com/office/drawing/2014/main" id="{F3029A13-E493-A8ED-E3D0-507AF2339260}"/>
              </a:ext>
            </a:extLst>
          </p:cNvPr>
          <p:cNvSpPr>
            <a:spLocks noGrp="1"/>
          </p:cNvSpPr>
          <p:nvPr>
            <p:ph type="title"/>
          </p:nvPr>
        </p:nvSpPr>
        <p:spPr>
          <a:xfrm>
            <a:off x="551384" y="549274"/>
            <a:ext cx="6984776" cy="930372"/>
          </a:xfrm>
        </p:spPr>
        <p:txBody>
          <a:bodyPr/>
          <a:lstStyle/>
          <a:p>
            <a:r>
              <a:rPr lang="en-US"/>
              <a:t>Click to edit Master title style</a:t>
            </a:r>
          </a:p>
        </p:txBody>
      </p:sp>
      <p:sp>
        <p:nvSpPr>
          <p:cNvPr id="13" name="Content Placeholder 5">
            <a:extLst>
              <a:ext uri="{FF2B5EF4-FFF2-40B4-BE49-F238E27FC236}">
                <a16:creationId xmlns:a16="http://schemas.microsoft.com/office/drawing/2014/main" id="{633CAED3-6535-92CF-7EA8-42F3243AE7D0}"/>
              </a:ext>
            </a:extLst>
          </p:cNvPr>
          <p:cNvSpPr>
            <a:spLocks noGrp="1"/>
          </p:cNvSpPr>
          <p:nvPr>
            <p:ph sz="quarter" idx="31"/>
          </p:nvPr>
        </p:nvSpPr>
        <p:spPr>
          <a:xfrm>
            <a:off x="551384" y="2132856"/>
            <a:ext cx="6984776"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hapter Placeholder 2">
            <a:extLst>
              <a:ext uri="{FF2B5EF4-FFF2-40B4-BE49-F238E27FC236}">
                <a16:creationId xmlns:a16="http://schemas.microsoft.com/office/drawing/2014/main" id="{937EC11D-9FEA-3207-FBA5-942D0A99E49C}"/>
              </a:ext>
            </a:extLst>
          </p:cNvPr>
          <p:cNvSpPr>
            <a:spLocks noGrp="1"/>
          </p:cNvSpPr>
          <p:nvPr>
            <p:ph type="body" sz="quarter" idx="13" hasCustomPrompt="1"/>
          </p:nvPr>
        </p:nvSpPr>
        <p:spPr>
          <a:xfrm>
            <a:off x="550863" y="266219"/>
            <a:ext cx="6983870"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3949951171"/>
      </p:ext>
    </p:extLst>
  </p:cSld>
  <p:clrMapOvr>
    <a:masterClrMapping/>
  </p:clrMapOvr>
  <p:extLst>
    <p:ext uri="{DCECCB84-F9BA-43D5-87BE-67443E8EF086}">
      <p15:sldGuideLst xmlns:p15="http://schemas.microsoft.com/office/powerpoint/2012/main">
        <p15:guide id="1" pos="511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ntent Photo 2">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97BD40BB-A2F0-F646-3CC2-596CC4195838}"/>
              </a:ext>
            </a:extLst>
          </p:cNvPr>
          <p:cNvSpPr>
            <a:spLocks noGrp="1"/>
          </p:cNvSpPr>
          <p:nvPr>
            <p:ph type="pic" sz="quarter" idx="18" hasCustomPrompt="1"/>
          </p:nvPr>
        </p:nvSpPr>
        <p:spPr>
          <a:xfrm>
            <a:off x="6095937" y="1"/>
            <a:ext cx="6096064"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0" name="Date Placeholder 9">
            <a:extLst>
              <a:ext uri="{FF2B5EF4-FFF2-40B4-BE49-F238E27FC236}">
                <a16:creationId xmlns:a16="http://schemas.microsoft.com/office/drawing/2014/main" id="{6132EE43-B817-E2F8-9E7F-509C8F5C333F}"/>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9D40FDFE-5D39-1793-49A7-C223A0B5A728}"/>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D3F18AC0-D398-EFCE-8D4E-EBBC42BA70A1}"/>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4" name="Text Placeholder 9">
            <a:extLst>
              <a:ext uri="{FF2B5EF4-FFF2-40B4-BE49-F238E27FC236}">
                <a16:creationId xmlns:a16="http://schemas.microsoft.com/office/drawing/2014/main" id="{E82105FD-7542-270F-7352-05CF2F1A1301}"/>
              </a:ext>
            </a:extLst>
          </p:cNvPr>
          <p:cNvSpPr>
            <a:spLocks noGrp="1"/>
          </p:cNvSpPr>
          <p:nvPr>
            <p:ph type="body" sz="quarter" idx="22" hasCustomPrompt="1"/>
          </p:nvPr>
        </p:nvSpPr>
        <p:spPr>
          <a:xfrm>
            <a:off x="550200" y="1634286"/>
            <a:ext cx="5112568"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8" name="Title 4">
            <a:extLst>
              <a:ext uri="{FF2B5EF4-FFF2-40B4-BE49-F238E27FC236}">
                <a16:creationId xmlns:a16="http://schemas.microsoft.com/office/drawing/2014/main" id="{7E0ED469-AF66-6808-9971-F90514B01F21}"/>
              </a:ext>
            </a:extLst>
          </p:cNvPr>
          <p:cNvSpPr>
            <a:spLocks noGrp="1"/>
          </p:cNvSpPr>
          <p:nvPr>
            <p:ph type="title"/>
          </p:nvPr>
        </p:nvSpPr>
        <p:spPr>
          <a:xfrm>
            <a:off x="551384" y="549274"/>
            <a:ext cx="5112568" cy="930372"/>
          </a:xfrm>
        </p:spPr>
        <p:txBody>
          <a:bodyPr/>
          <a:lstStyle/>
          <a:p>
            <a:r>
              <a:rPr lang="en-US"/>
              <a:t>Click to edit Master title style</a:t>
            </a:r>
          </a:p>
        </p:txBody>
      </p:sp>
      <p:sp>
        <p:nvSpPr>
          <p:cNvPr id="9" name="Content Placeholder 5">
            <a:extLst>
              <a:ext uri="{FF2B5EF4-FFF2-40B4-BE49-F238E27FC236}">
                <a16:creationId xmlns:a16="http://schemas.microsoft.com/office/drawing/2014/main" id="{8214CFC2-24F6-6CA0-147F-B56E32136118}"/>
              </a:ext>
            </a:extLst>
          </p:cNvPr>
          <p:cNvSpPr>
            <a:spLocks noGrp="1"/>
          </p:cNvSpPr>
          <p:nvPr>
            <p:ph sz="quarter" idx="31"/>
          </p:nvPr>
        </p:nvSpPr>
        <p:spPr>
          <a:xfrm>
            <a:off x="551384" y="2132856"/>
            <a:ext cx="5112568"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Logo Placeholder 7">
            <a:extLst>
              <a:ext uri="{FF2B5EF4-FFF2-40B4-BE49-F238E27FC236}">
                <a16:creationId xmlns:a16="http://schemas.microsoft.com/office/drawing/2014/main" id="{2C0724B7-40BF-BDCC-6CC1-FE3B5F77D155}"/>
              </a:ext>
            </a:extLst>
          </p:cNvPr>
          <p:cNvSpPr>
            <a:spLocks noGrp="1"/>
          </p:cNvSpPr>
          <p:nvPr>
            <p:ph type="body" sz="quarter" idx="40" hasCustomPrompt="1"/>
          </p:nvPr>
        </p:nvSpPr>
        <p:spPr>
          <a:xfrm>
            <a:off x="11765626" y="128961"/>
            <a:ext cx="269046" cy="335806"/>
          </a:xfrm>
          <a:blipFill>
            <a:blip>
              <a:extLst>
                <a:ext uri="{96DAC541-7B7A-43D3-8B79-37D633B846F1}">
                  <asvg:svgBlip xmlns:asvg="http://schemas.microsoft.com/office/drawing/2016/SVG/main" r:embed="rId2"/>
                </a:ext>
              </a:extLst>
            </a:blip>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Tree>
    <p:extLst>
      <p:ext uri="{BB962C8B-B14F-4D97-AF65-F5344CB8AC3E}">
        <p14:creationId xmlns:p14="http://schemas.microsoft.com/office/powerpoint/2010/main" val="75233061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ntent Photo 2 Chapterbox">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97BD40BB-A2F0-F646-3CC2-596CC4195838}"/>
              </a:ext>
            </a:extLst>
          </p:cNvPr>
          <p:cNvSpPr>
            <a:spLocks noGrp="1"/>
          </p:cNvSpPr>
          <p:nvPr>
            <p:ph type="pic" sz="quarter" idx="18" hasCustomPrompt="1"/>
          </p:nvPr>
        </p:nvSpPr>
        <p:spPr>
          <a:xfrm>
            <a:off x="6095937" y="1"/>
            <a:ext cx="6096064"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0" name="Date Placeholder 9">
            <a:extLst>
              <a:ext uri="{FF2B5EF4-FFF2-40B4-BE49-F238E27FC236}">
                <a16:creationId xmlns:a16="http://schemas.microsoft.com/office/drawing/2014/main" id="{6132EE43-B817-E2F8-9E7F-509C8F5C333F}"/>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9D40FDFE-5D39-1793-49A7-C223A0B5A728}"/>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D3F18AC0-D398-EFCE-8D4E-EBBC42BA70A1}"/>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7" name="Logo Placeholder 7">
            <a:extLst>
              <a:ext uri="{FF2B5EF4-FFF2-40B4-BE49-F238E27FC236}">
                <a16:creationId xmlns:a16="http://schemas.microsoft.com/office/drawing/2014/main" id="{B32B524C-36D8-214C-7B43-091DB75F191F}"/>
              </a:ext>
            </a:extLst>
          </p:cNvPr>
          <p:cNvSpPr>
            <a:spLocks noGrp="1"/>
          </p:cNvSpPr>
          <p:nvPr>
            <p:ph type="body" sz="quarter" idx="40" hasCustomPrompt="1"/>
          </p:nvPr>
        </p:nvSpPr>
        <p:spPr>
          <a:xfrm>
            <a:off x="11765626" y="128961"/>
            <a:ext cx="269046" cy="335806"/>
          </a:xfr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
        <p:nvSpPr>
          <p:cNvPr id="4" name="Text Placeholder 9">
            <a:extLst>
              <a:ext uri="{FF2B5EF4-FFF2-40B4-BE49-F238E27FC236}">
                <a16:creationId xmlns:a16="http://schemas.microsoft.com/office/drawing/2014/main" id="{996F9181-C057-270C-1482-2E5EF4D4FDA6}"/>
              </a:ext>
            </a:extLst>
          </p:cNvPr>
          <p:cNvSpPr>
            <a:spLocks noGrp="1"/>
          </p:cNvSpPr>
          <p:nvPr>
            <p:ph type="body" sz="quarter" idx="22" hasCustomPrompt="1"/>
          </p:nvPr>
        </p:nvSpPr>
        <p:spPr>
          <a:xfrm>
            <a:off x="550200" y="1634286"/>
            <a:ext cx="5112568"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9" name="Title 4">
            <a:extLst>
              <a:ext uri="{FF2B5EF4-FFF2-40B4-BE49-F238E27FC236}">
                <a16:creationId xmlns:a16="http://schemas.microsoft.com/office/drawing/2014/main" id="{99BF8019-65AA-9B32-C80C-D9AA0C654AFD}"/>
              </a:ext>
            </a:extLst>
          </p:cNvPr>
          <p:cNvSpPr>
            <a:spLocks noGrp="1"/>
          </p:cNvSpPr>
          <p:nvPr>
            <p:ph type="title"/>
          </p:nvPr>
        </p:nvSpPr>
        <p:spPr>
          <a:xfrm>
            <a:off x="551384" y="549274"/>
            <a:ext cx="5112568" cy="930372"/>
          </a:xfrm>
        </p:spPr>
        <p:txBody>
          <a:bodyPr/>
          <a:lstStyle/>
          <a:p>
            <a:r>
              <a:rPr lang="en-US"/>
              <a:t>Click to edit Master title style</a:t>
            </a:r>
          </a:p>
        </p:txBody>
      </p:sp>
      <p:sp>
        <p:nvSpPr>
          <p:cNvPr id="13" name="Content Placeholder 5">
            <a:extLst>
              <a:ext uri="{FF2B5EF4-FFF2-40B4-BE49-F238E27FC236}">
                <a16:creationId xmlns:a16="http://schemas.microsoft.com/office/drawing/2014/main" id="{A479EEE0-B2C4-D132-D3CB-B4FB16D1D6A0}"/>
              </a:ext>
            </a:extLst>
          </p:cNvPr>
          <p:cNvSpPr>
            <a:spLocks noGrp="1"/>
          </p:cNvSpPr>
          <p:nvPr>
            <p:ph sz="quarter" idx="31"/>
          </p:nvPr>
        </p:nvSpPr>
        <p:spPr>
          <a:xfrm>
            <a:off x="551384" y="2132856"/>
            <a:ext cx="5112568"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hapter Placeholder 2">
            <a:extLst>
              <a:ext uri="{FF2B5EF4-FFF2-40B4-BE49-F238E27FC236}">
                <a16:creationId xmlns:a16="http://schemas.microsoft.com/office/drawing/2014/main" id="{4A59B460-E10E-1660-E567-B4AB0E3F3C38}"/>
              </a:ext>
            </a:extLst>
          </p:cNvPr>
          <p:cNvSpPr>
            <a:spLocks noGrp="1"/>
          </p:cNvSpPr>
          <p:nvPr>
            <p:ph type="body" sz="quarter" idx="13" hasCustomPrompt="1"/>
          </p:nvPr>
        </p:nvSpPr>
        <p:spPr>
          <a:xfrm>
            <a:off x="550863" y="266219"/>
            <a:ext cx="5111905"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268071748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ntent Photo 3">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0DD7751A-AC4E-473A-B544-73973FAE9468}"/>
              </a:ext>
            </a:extLst>
          </p:cNvPr>
          <p:cNvSpPr>
            <a:spLocks noGrp="1"/>
          </p:cNvSpPr>
          <p:nvPr>
            <p:ph type="pic" sz="quarter" idx="19" hasCustomPrompt="1"/>
          </p:nvPr>
        </p:nvSpPr>
        <p:spPr>
          <a:xfrm>
            <a:off x="1" y="0"/>
            <a:ext cx="4242121"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10" name="Date Placeholder 9">
            <a:extLst>
              <a:ext uri="{FF2B5EF4-FFF2-40B4-BE49-F238E27FC236}">
                <a16:creationId xmlns:a16="http://schemas.microsoft.com/office/drawing/2014/main" id="{7C228C6D-3BD8-F7A9-DA9D-DCE9B373CC09}"/>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1656793-2C07-1E16-6CE1-3C4AD69759DF}"/>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C166A976-F780-55C8-4310-792D90B73CC9}"/>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3" name="Text Placeholder 9">
            <a:extLst>
              <a:ext uri="{FF2B5EF4-FFF2-40B4-BE49-F238E27FC236}">
                <a16:creationId xmlns:a16="http://schemas.microsoft.com/office/drawing/2014/main" id="{A565FC55-C9E0-8386-F514-48C3B7C08BBF}"/>
              </a:ext>
            </a:extLst>
          </p:cNvPr>
          <p:cNvSpPr>
            <a:spLocks noGrp="1"/>
          </p:cNvSpPr>
          <p:nvPr>
            <p:ph type="body" sz="quarter" idx="22" hasCustomPrompt="1"/>
          </p:nvPr>
        </p:nvSpPr>
        <p:spPr>
          <a:xfrm>
            <a:off x="4655177" y="1634286"/>
            <a:ext cx="6984776"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6" name="Title 4">
            <a:extLst>
              <a:ext uri="{FF2B5EF4-FFF2-40B4-BE49-F238E27FC236}">
                <a16:creationId xmlns:a16="http://schemas.microsoft.com/office/drawing/2014/main" id="{2E864913-7A4C-BC47-749C-8EA82C1F3460}"/>
              </a:ext>
            </a:extLst>
          </p:cNvPr>
          <p:cNvSpPr>
            <a:spLocks noGrp="1"/>
          </p:cNvSpPr>
          <p:nvPr>
            <p:ph type="title"/>
          </p:nvPr>
        </p:nvSpPr>
        <p:spPr>
          <a:xfrm>
            <a:off x="4656361" y="549274"/>
            <a:ext cx="6984776" cy="930372"/>
          </a:xfrm>
        </p:spPr>
        <p:txBody>
          <a:bodyPr/>
          <a:lstStyle/>
          <a:p>
            <a:r>
              <a:rPr lang="en-US"/>
              <a:t>Click to edit Master title style</a:t>
            </a:r>
          </a:p>
        </p:txBody>
      </p:sp>
      <p:sp>
        <p:nvSpPr>
          <p:cNvPr id="8" name="Content Placeholder 5">
            <a:extLst>
              <a:ext uri="{FF2B5EF4-FFF2-40B4-BE49-F238E27FC236}">
                <a16:creationId xmlns:a16="http://schemas.microsoft.com/office/drawing/2014/main" id="{3DAD7E2F-319F-BE0B-BE23-06049D48435D}"/>
              </a:ext>
            </a:extLst>
          </p:cNvPr>
          <p:cNvSpPr>
            <a:spLocks noGrp="1"/>
          </p:cNvSpPr>
          <p:nvPr>
            <p:ph sz="quarter" idx="31"/>
          </p:nvPr>
        </p:nvSpPr>
        <p:spPr>
          <a:xfrm>
            <a:off x="4656361" y="2132856"/>
            <a:ext cx="6984776"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8156546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ntent Photo 3 Chapterbox">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0DD7751A-AC4E-473A-B544-73973FAE9468}"/>
              </a:ext>
            </a:extLst>
          </p:cNvPr>
          <p:cNvSpPr>
            <a:spLocks noGrp="1"/>
          </p:cNvSpPr>
          <p:nvPr>
            <p:ph type="pic" sz="quarter" idx="19" hasCustomPrompt="1"/>
          </p:nvPr>
        </p:nvSpPr>
        <p:spPr>
          <a:xfrm>
            <a:off x="1" y="0"/>
            <a:ext cx="4242121"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10" name="Date Placeholder 9">
            <a:extLst>
              <a:ext uri="{FF2B5EF4-FFF2-40B4-BE49-F238E27FC236}">
                <a16:creationId xmlns:a16="http://schemas.microsoft.com/office/drawing/2014/main" id="{7C228C6D-3BD8-F7A9-DA9D-DCE9B373CC09}"/>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1656793-2C07-1E16-6CE1-3C4AD69759DF}"/>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C166A976-F780-55C8-4310-792D90B73CC9}"/>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CBEA6FBE-B35F-FDFB-0A0C-E6D7CB1D2878}"/>
              </a:ext>
            </a:extLst>
          </p:cNvPr>
          <p:cNvSpPr>
            <a:spLocks noGrp="1"/>
          </p:cNvSpPr>
          <p:nvPr>
            <p:ph type="body" sz="quarter" idx="22" hasCustomPrompt="1"/>
          </p:nvPr>
        </p:nvSpPr>
        <p:spPr>
          <a:xfrm>
            <a:off x="4655177" y="1634286"/>
            <a:ext cx="6984776"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9" name="Title 4">
            <a:extLst>
              <a:ext uri="{FF2B5EF4-FFF2-40B4-BE49-F238E27FC236}">
                <a16:creationId xmlns:a16="http://schemas.microsoft.com/office/drawing/2014/main" id="{A1AA51F8-C182-DAF5-4FEA-53839C3797E8}"/>
              </a:ext>
            </a:extLst>
          </p:cNvPr>
          <p:cNvSpPr>
            <a:spLocks noGrp="1"/>
          </p:cNvSpPr>
          <p:nvPr>
            <p:ph type="title"/>
          </p:nvPr>
        </p:nvSpPr>
        <p:spPr>
          <a:xfrm>
            <a:off x="4656361" y="549274"/>
            <a:ext cx="6984776" cy="930372"/>
          </a:xfrm>
        </p:spPr>
        <p:txBody>
          <a:bodyPr/>
          <a:lstStyle/>
          <a:p>
            <a:r>
              <a:rPr lang="en-US"/>
              <a:t>Click to edit Master title style</a:t>
            </a:r>
          </a:p>
        </p:txBody>
      </p:sp>
      <p:sp>
        <p:nvSpPr>
          <p:cNvPr id="13" name="Content Placeholder 5">
            <a:extLst>
              <a:ext uri="{FF2B5EF4-FFF2-40B4-BE49-F238E27FC236}">
                <a16:creationId xmlns:a16="http://schemas.microsoft.com/office/drawing/2014/main" id="{CEB0183E-EAE6-947E-A4B9-331A991402A1}"/>
              </a:ext>
            </a:extLst>
          </p:cNvPr>
          <p:cNvSpPr>
            <a:spLocks noGrp="1"/>
          </p:cNvSpPr>
          <p:nvPr>
            <p:ph sz="quarter" idx="31"/>
          </p:nvPr>
        </p:nvSpPr>
        <p:spPr>
          <a:xfrm>
            <a:off x="4656361" y="2132856"/>
            <a:ext cx="6984776"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hapter Placeholder 2">
            <a:extLst>
              <a:ext uri="{FF2B5EF4-FFF2-40B4-BE49-F238E27FC236}">
                <a16:creationId xmlns:a16="http://schemas.microsoft.com/office/drawing/2014/main" id="{A135B96E-A880-0991-4B6E-A591E9B65964}"/>
              </a:ext>
            </a:extLst>
          </p:cNvPr>
          <p:cNvSpPr>
            <a:spLocks noGrp="1"/>
          </p:cNvSpPr>
          <p:nvPr>
            <p:ph type="body" sz="quarter" idx="13" hasCustomPrompt="1"/>
          </p:nvPr>
        </p:nvSpPr>
        <p:spPr>
          <a:xfrm>
            <a:off x="4655840" y="266219"/>
            <a:ext cx="6983870"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184912693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ontent Photo 4">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3AAAC9D4-CD35-41A1-A14D-B18A58A2866E}"/>
              </a:ext>
            </a:extLst>
          </p:cNvPr>
          <p:cNvSpPr>
            <a:spLocks noGrp="1"/>
          </p:cNvSpPr>
          <p:nvPr>
            <p:ph type="pic" sz="quarter" idx="18" hasCustomPrompt="1"/>
          </p:nvPr>
        </p:nvSpPr>
        <p:spPr>
          <a:xfrm>
            <a:off x="0" y="0"/>
            <a:ext cx="6096000"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10" name="Date Placeholder 9">
            <a:extLst>
              <a:ext uri="{FF2B5EF4-FFF2-40B4-BE49-F238E27FC236}">
                <a16:creationId xmlns:a16="http://schemas.microsoft.com/office/drawing/2014/main" id="{F18ACBAA-5616-6B76-6F3E-019A776E4E01}"/>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4A3242F-2D46-5913-5CA7-B4AB8C7C413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D72DABC1-51BB-C9B2-6119-ED5F9C849345}"/>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3" name="Text Placeholder 9">
            <a:extLst>
              <a:ext uri="{FF2B5EF4-FFF2-40B4-BE49-F238E27FC236}">
                <a16:creationId xmlns:a16="http://schemas.microsoft.com/office/drawing/2014/main" id="{5AD8D628-6C3F-5725-7D6C-4D172AFCFA27}"/>
              </a:ext>
            </a:extLst>
          </p:cNvPr>
          <p:cNvSpPr>
            <a:spLocks noGrp="1"/>
          </p:cNvSpPr>
          <p:nvPr>
            <p:ph type="body" sz="quarter" idx="22" hasCustomPrompt="1"/>
          </p:nvPr>
        </p:nvSpPr>
        <p:spPr>
          <a:xfrm>
            <a:off x="6598871" y="1634286"/>
            <a:ext cx="5041081"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6" name="Title 4">
            <a:extLst>
              <a:ext uri="{FF2B5EF4-FFF2-40B4-BE49-F238E27FC236}">
                <a16:creationId xmlns:a16="http://schemas.microsoft.com/office/drawing/2014/main" id="{A4159BB2-FE6F-6556-D582-03780A441E3A}"/>
              </a:ext>
            </a:extLst>
          </p:cNvPr>
          <p:cNvSpPr>
            <a:spLocks noGrp="1"/>
          </p:cNvSpPr>
          <p:nvPr>
            <p:ph type="title"/>
          </p:nvPr>
        </p:nvSpPr>
        <p:spPr>
          <a:xfrm>
            <a:off x="6600055" y="549274"/>
            <a:ext cx="5041081" cy="930372"/>
          </a:xfrm>
        </p:spPr>
        <p:txBody>
          <a:bodyPr/>
          <a:lstStyle/>
          <a:p>
            <a:r>
              <a:rPr lang="en-US"/>
              <a:t>Click to edit Master title style</a:t>
            </a:r>
          </a:p>
        </p:txBody>
      </p:sp>
      <p:sp>
        <p:nvSpPr>
          <p:cNvPr id="7" name="Content Placeholder 5">
            <a:extLst>
              <a:ext uri="{FF2B5EF4-FFF2-40B4-BE49-F238E27FC236}">
                <a16:creationId xmlns:a16="http://schemas.microsoft.com/office/drawing/2014/main" id="{387C021A-14D7-948B-96C0-F734A59BFDC8}"/>
              </a:ext>
            </a:extLst>
          </p:cNvPr>
          <p:cNvSpPr>
            <a:spLocks noGrp="1"/>
          </p:cNvSpPr>
          <p:nvPr>
            <p:ph sz="quarter" idx="31"/>
          </p:nvPr>
        </p:nvSpPr>
        <p:spPr>
          <a:xfrm>
            <a:off x="6600055" y="2132856"/>
            <a:ext cx="5041081"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6716415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ontent Photo Chapterbox">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3AAAC9D4-CD35-41A1-A14D-B18A58A2866E}"/>
              </a:ext>
            </a:extLst>
          </p:cNvPr>
          <p:cNvSpPr>
            <a:spLocks noGrp="1"/>
          </p:cNvSpPr>
          <p:nvPr>
            <p:ph type="pic" sz="quarter" idx="18" hasCustomPrompt="1"/>
          </p:nvPr>
        </p:nvSpPr>
        <p:spPr>
          <a:xfrm>
            <a:off x="0" y="0"/>
            <a:ext cx="6096000"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10" name="Date Placeholder 9">
            <a:extLst>
              <a:ext uri="{FF2B5EF4-FFF2-40B4-BE49-F238E27FC236}">
                <a16:creationId xmlns:a16="http://schemas.microsoft.com/office/drawing/2014/main" id="{F18ACBAA-5616-6B76-6F3E-019A776E4E01}"/>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4A3242F-2D46-5913-5CA7-B4AB8C7C413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D72DABC1-51BB-C9B2-6119-ED5F9C849345}"/>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3" name="Text Placeholder 9">
            <a:extLst>
              <a:ext uri="{FF2B5EF4-FFF2-40B4-BE49-F238E27FC236}">
                <a16:creationId xmlns:a16="http://schemas.microsoft.com/office/drawing/2014/main" id="{47F7FF35-2721-0BAA-75C4-6C366F98F288}"/>
              </a:ext>
            </a:extLst>
          </p:cNvPr>
          <p:cNvSpPr>
            <a:spLocks noGrp="1"/>
          </p:cNvSpPr>
          <p:nvPr>
            <p:ph type="body" sz="quarter" idx="22" hasCustomPrompt="1"/>
          </p:nvPr>
        </p:nvSpPr>
        <p:spPr>
          <a:xfrm>
            <a:off x="6598871" y="1634286"/>
            <a:ext cx="5041081"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7" name="Title 4">
            <a:extLst>
              <a:ext uri="{FF2B5EF4-FFF2-40B4-BE49-F238E27FC236}">
                <a16:creationId xmlns:a16="http://schemas.microsoft.com/office/drawing/2014/main" id="{40E338D3-47D6-48A9-A9A2-DE7DEE2FD7CA}"/>
              </a:ext>
            </a:extLst>
          </p:cNvPr>
          <p:cNvSpPr>
            <a:spLocks noGrp="1"/>
          </p:cNvSpPr>
          <p:nvPr>
            <p:ph type="title"/>
          </p:nvPr>
        </p:nvSpPr>
        <p:spPr>
          <a:xfrm>
            <a:off x="6600055" y="549274"/>
            <a:ext cx="5041081" cy="930372"/>
          </a:xfrm>
        </p:spPr>
        <p:txBody>
          <a:bodyPr/>
          <a:lstStyle/>
          <a:p>
            <a:r>
              <a:rPr lang="en-US"/>
              <a:t>Click to edit Master title style</a:t>
            </a:r>
          </a:p>
        </p:txBody>
      </p:sp>
      <p:sp>
        <p:nvSpPr>
          <p:cNvPr id="9" name="Content Placeholder 5">
            <a:extLst>
              <a:ext uri="{FF2B5EF4-FFF2-40B4-BE49-F238E27FC236}">
                <a16:creationId xmlns:a16="http://schemas.microsoft.com/office/drawing/2014/main" id="{033232B2-7C3B-2B58-B586-A9D5EB0DC635}"/>
              </a:ext>
            </a:extLst>
          </p:cNvPr>
          <p:cNvSpPr>
            <a:spLocks noGrp="1"/>
          </p:cNvSpPr>
          <p:nvPr>
            <p:ph sz="quarter" idx="31"/>
          </p:nvPr>
        </p:nvSpPr>
        <p:spPr>
          <a:xfrm>
            <a:off x="6600055" y="2132856"/>
            <a:ext cx="5041081"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hapter Placeholder 2">
            <a:extLst>
              <a:ext uri="{FF2B5EF4-FFF2-40B4-BE49-F238E27FC236}">
                <a16:creationId xmlns:a16="http://schemas.microsoft.com/office/drawing/2014/main" id="{F68C8930-7643-1654-C79F-A429828E03BC}"/>
              </a:ext>
            </a:extLst>
          </p:cNvPr>
          <p:cNvSpPr>
            <a:spLocks noGrp="1"/>
          </p:cNvSpPr>
          <p:nvPr>
            <p:ph type="body" sz="quarter" idx="13" hasCustomPrompt="1"/>
          </p:nvPr>
        </p:nvSpPr>
        <p:spPr>
          <a:xfrm>
            <a:off x="6599282" y="266219"/>
            <a:ext cx="5040427"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400011054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ntent Photo 6">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3AAAC9D4-CD35-41A1-A14D-B18A58A2866E}"/>
              </a:ext>
            </a:extLst>
          </p:cNvPr>
          <p:cNvSpPr>
            <a:spLocks noGrp="1"/>
          </p:cNvSpPr>
          <p:nvPr>
            <p:ph type="pic" sz="quarter" idx="18" hasCustomPrompt="1"/>
          </p:nvPr>
        </p:nvSpPr>
        <p:spPr>
          <a:xfrm>
            <a:off x="0" y="1"/>
            <a:ext cx="12191999" cy="4383654"/>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2" name="Title 1">
            <a:extLst>
              <a:ext uri="{FF2B5EF4-FFF2-40B4-BE49-F238E27FC236}">
                <a16:creationId xmlns:a16="http://schemas.microsoft.com/office/drawing/2014/main" id="{CA1A3C3A-247E-AD3F-3C93-BDD315BB7F29}"/>
              </a:ext>
            </a:extLst>
          </p:cNvPr>
          <p:cNvSpPr>
            <a:spLocks noGrp="1"/>
          </p:cNvSpPr>
          <p:nvPr>
            <p:ph type="title"/>
          </p:nvPr>
        </p:nvSpPr>
        <p:spPr>
          <a:xfrm>
            <a:off x="550863" y="4581128"/>
            <a:ext cx="4981137" cy="785352"/>
          </a:xfrm>
        </p:spPr>
        <p:txBody>
          <a:bodyPr anchor="t"/>
          <a:lstStyle/>
          <a:p>
            <a:r>
              <a:rPr lang="en-US"/>
              <a:t>Click to edit Master title style</a:t>
            </a:r>
            <a:endParaRPr lang="de-DE"/>
          </a:p>
        </p:txBody>
      </p:sp>
      <p:sp>
        <p:nvSpPr>
          <p:cNvPr id="9" name="Text Placeholder 9">
            <a:extLst>
              <a:ext uri="{FF2B5EF4-FFF2-40B4-BE49-F238E27FC236}">
                <a16:creationId xmlns:a16="http://schemas.microsoft.com/office/drawing/2014/main" id="{34F1BAE4-1DA8-A534-E46A-001AE4E9CADB}"/>
              </a:ext>
            </a:extLst>
          </p:cNvPr>
          <p:cNvSpPr>
            <a:spLocks noGrp="1"/>
          </p:cNvSpPr>
          <p:nvPr>
            <p:ph type="body" sz="quarter" idx="24"/>
          </p:nvPr>
        </p:nvSpPr>
        <p:spPr>
          <a:xfrm>
            <a:off x="550863" y="5854682"/>
            <a:ext cx="5112000" cy="307777"/>
          </a:xfrm>
          <a:prstGeom prst="rect">
            <a:avLst/>
          </a:prstGeom>
        </p:spPr>
        <p:txBody>
          <a:bodyPr wrap="square" anchor="b">
            <a:spAutoFit/>
          </a:bodyPr>
          <a:lstStyle>
            <a:lvl1pPr>
              <a:defRPr sz="2000" b="0">
                <a:solidFill>
                  <a:schemeClr val="tx2"/>
                </a:solidFill>
                <a:latin typeface="+mj-lt"/>
              </a:defRPr>
            </a:lvl1pPr>
          </a:lstStyle>
          <a:p>
            <a:pPr lvl="0"/>
            <a:r>
              <a:rPr lang="en-US"/>
              <a:t>Click to edit Master text styles</a:t>
            </a:r>
          </a:p>
        </p:txBody>
      </p:sp>
      <p:sp>
        <p:nvSpPr>
          <p:cNvPr id="10" name="Content Placeholder 17">
            <a:extLst>
              <a:ext uri="{FF2B5EF4-FFF2-40B4-BE49-F238E27FC236}">
                <a16:creationId xmlns:a16="http://schemas.microsoft.com/office/drawing/2014/main" id="{60E57257-3112-054C-0B58-3B89619EC3E7}"/>
              </a:ext>
            </a:extLst>
          </p:cNvPr>
          <p:cNvSpPr>
            <a:spLocks noGrp="1"/>
          </p:cNvSpPr>
          <p:nvPr>
            <p:ph sz="quarter" idx="25"/>
          </p:nvPr>
        </p:nvSpPr>
        <p:spPr>
          <a:xfrm>
            <a:off x="6093246" y="4581128"/>
            <a:ext cx="5112000" cy="176252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6" name="Date Placeholder 5">
            <a:extLst>
              <a:ext uri="{FF2B5EF4-FFF2-40B4-BE49-F238E27FC236}">
                <a16:creationId xmlns:a16="http://schemas.microsoft.com/office/drawing/2014/main" id="{2F70AC82-D733-3487-AE00-D177A5A43581}"/>
              </a:ext>
            </a:extLst>
          </p:cNvPr>
          <p:cNvSpPr>
            <a:spLocks noGrp="1"/>
          </p:cNvSpPr>
          <p:nvPr>
            <p:ph type="dt" sz="half" idx="26"/>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3" name="Footer Placeholder 12">
            <a:extLst>
              <a:ext uri="{FF2B5EF4-FFF2-40B4-BE49-F238E27FC236}">
                <a16:creationId xmlns:a16="http://schemas.microsoft.com/office/drawing/2014/main" id="{31E8CB07-AB40-15A0-08C7-BF54DC438B34}"/>
              </a:ext>
            </a:extLst>
          </p:cNvPr>
          <p:cNvSpPr>
            <a:spLocks noGrp="1"/>
          </p:cNvSpPr>
          <p:nvPr>
            <p:ph type="ftr" sz="quarter" idx="27"/>
          </p:nvPr>
        </p:nvSpPr>
        <p:spPr/>
        <p:txBody>
          <a:bodyPr/>
          <a:lstStyle/>
          <a:p>
            <a:pPr>
              <a:spcBef>
                <a:spcPts val="1000"/>
              </a:spcBef>
              <a:buFont typeface="Arial" panose="020B0604020202020204" pitchFamily="34" charset="0"/>
              <a:buNone/>
            </a:pPr>
            <a:r>
              <a:rPr lang="en-US"/>
              <a:t>Presentation Title | Author | Date</a:t>
            </a:r>
          </a:p>
        </p:txBody>
      </p:sp>
      <p:sp>
        <p:nvSpPr>
          <p:cNvPr id="15" name="Slide Number Placeholder 14">
            <a:extLst>
              <a:ext uri="{FF2B5EF4-FFF2-40B4-BE49-F238E27FC236}">
                <a16:creationId xmlns:a16="http://schemas.microsoft.com/office/drawing/2014/main" id="{C41FA911-A4A1-34D1-BF04-9F22140C28D1}"/>
              </a:ext>
            </a:extLst>
          </p:cNvPr>
          <p:cNvSpPr>
            <a:spLocks noGrp="1"/>
          </p:cNvSpPr>
          <p:nvPr>
            <p:ph type="sldNum" sz="quarter" idx="28"/>
          </p:nvPr>
        </p:nvSpPr>
        <p:spPr/>
        <p:txBody>
          <a:bodyPr/>
          <a:lstStyle/>
          <a:p>
            <a:pPr algn="r"/>
            <a:fld id="{5D9A5160-6218-4E5A-B9E6-B93E3DAE377C}" type="slidenum">
              <a:rPr lang="en-US" smtClean="0"/>
              <a:pPr algn="r"/>
              <a:t>‹#›</a:t>
            </a:fld>
            <a:endParaRPr lang="en-US"/>
          </a:p>
        </p:txBody>
      </p:sp>
      <p:sp>
        <p:nvSpPr>
          <p:cNvPr id="3" name="Logo Placeholder 7">
            <a:extLst>
              <a:ext uri="{FF2B5EF4-FFF2-40B4-BE49-F238E27FC236}">
                <a16:creationId xmlns:a16="http://schemas.microsoft.com/office/drawing/2014/main" id="{33B9F062-225C-9146-1129-335505116C76}"/>
              </a:ext>
            </a:extLst>
          </p:cNvPr>
          <p:cNvSpPr>
            <a:spLocks noGrp="1"/>
          </p:cNvSpPr>
          <p:nvPr>
            <p:ph type="body" sz="quarter" idx="40" hasCustomPrompt="1"/>
          </p:nvPr>
        </p:nvSpPr>
        <p:spPr>
          <a:xfrm>
            <a:off x="11765626" y="128961"/>
            <a:ext cx="269046" cy="335806"/>
          </a:xfr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Tree>
    <p:extLst>
      <p:ext uri="{BB962C8B-B14F-4D97-AF65-F5344CB8AC3E}">
        <p14:creationId xmlns:p14="http://schemas.microsoft.com/office/powerpoint/2010/main" val="23242831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ext 1">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8ABFE959-AAB6-76DF-7517-8AE8C424F99C}"/>
              </a:ext>
            </a:extLst>
          </p:cNvPr>
          <p:cNvSpPr>
            <a:spLocks noGrp="1"/>
          </p:cNvSpPr>
          <p:nvPr>
            <p:ph type="title"/>
          </p:nvPr>
        </p:nvSpPr>
        <p:spPr>
          <a:xfrm>
            <a:off x="2402003" y="1916112"/>
            <a:ext cx="7387993" cy="1512887"/>
          </a:xfrm>
        </p:spPr>
        <p:txBody>
          <a:bodyPr wrap="square" anchor="b">
            <a:noAutofit/>
          </a:bodyPr>
          <a:lstStyle>
            <a:lvl1pPr algn="ctr">
              <a:defRPr sz="3200"/>
            </a:lvl1pPr>
          </a:lstStyle>
          <a:p>
            <a:r>
              <a:rPr lang="en-US"/>
              <a:t>Click to edit Master title style</a:t>
            </a:r>
          </a:p>
        </p:txBody>
      </p:sp>
      <p:sp>
        <p:nvSpPr>
          <p:cNvPr id="6" name="Text Placeholder 8">
            <a:extLst>
              <a:ext uri="{FF2B5EF4-FFF2-40B4-BE49-F238E27FC236}">
                <a16:creationId xmlns:a16="http://schemas.microsoft.com/office/drawing/2014/main" id="{B8EC071D-C9EA-D72D-472D-47AC8DAE4AFA}"/>
              </a:ext>
            </a:extLst>
          </p:cNvPr>
          <p:cNvSpPr>
            <a:spLocks noGrp="1"/>
          </p:cNvSpPr>
          <p:nvPr>
            <p:ph type="body" sz="quarter" idx="13"/>
          </p:nvPr>
        </p:nvSpPr>
        <p:spPr>
          <a:xfrm>
            <a:off x="2402003" y="4025468"/>
            <a:ext cx="7387993" cy="916420"/>
          </a:xfrm>
          <a:prstGeom prst="rect">
            <a:avLst/>
          </a:prstGeom>
        </p:spPr>
        <p:txBody>
          <a:bodyPr wrap="square">
            <a:noAutofit/>
          </a:bodyPr>
          <a:lstStyle>
            <a:lvl1pPr algn="ctr">
              <a:defRPr sz="2000"/>
            </a:lvl1pPr>
            <a:lvl2pPr>
              <a:defRPr sz="2000"/>
            </a:lvl2pPr>
            <a:lvl3pPr>
              <a:defRPr sz="2000"/>
            </a:lvl3pPr>
            <a:lvl4pPr>
              <a:defRPr sz="2000"/>
            </a:lvl4pPr>
            <a:lvl5pPr>
              <a:defRPr sz="2000"/>
            </a:lvl5pPr>
          </a:lstStyle>
          <a:p>
            <a:pPr lvl="0"/>
            <a:r>
              <a:rPr lang="en-US"/>
              <a:t>Click to edit Master text styles</a:t>
            </a:r>
          </a:p>
        </p:txBody>
      </p:sp>
      <p:sp>
        <p:nvSpPr>
          <p:cNvPr id="7" name="Date Placeholder 6">
            <a:extLst>
              <a:ext uri="{FF2B5EF4-FFF2-40B4-BE49-F238E27FC236}">
                <a16:creationId xmlns:a16="http://schemas.microsoft.com/office/drawing/2014/main" id="{1C4C92CE-41EC-4D2F-4311-92100A79FE86}"/>
              </a:ext>
            </a:extLst>
          </p:cNvPr>
          <p:cNvSpPr>
            <a:spLocks noGrp="1"/>
          </p:cNvSpPr>
          <p:nvPr>
            <p:ph type="dt" sz="half" idx="1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8" name="Footer Placeholder 7">
            <a:extLst>
              <a:ext uri="{FF2B5EF4-FFF2-40B4-BE49-F238E27FC236}">
                <a16:creationId xmlns:a16="http://schemas.microsoft.com/office/drawing/2014/main" id="{8C0A6AFF-C176-E59D-2165-DE17D66BCAA1}"/>
              </a:ext>
            </a:extLst>
          </p:cNvPr>
          <p:cNvSpPr>
            <a:spLocks noGrp="1"/>
          </p:cNvSpPr>
          <p:nvPr>
            <p:ph type="ftr" sz="quarter" idx="15"/>
          </p:nvPr>
        </p:nvSpPr>
        <p:spPr/>
        <p:txBody>
          <a:bodyPr/>
          <a:lstStyle/>
          <a:p>
            <a:pPr>
              <a:spcBef>
                <a:spcPts val="1000"/>
              </a:spcBef>
              <a:buFont typeface="Arial" panose="020B0604020202020204" pitchFamily="34" charset="0"/>
              <a:buNone/>
            </a:pPr>
            <a:r>
              <a:rPr lang="en-US"/>
              <a:t>Presentation Title | Author | Date</a:t>
            </a:r>
          </a:p>
        </p:txBody>
      </p:sp>
      <p:sp>
        <p:nvSpPr>
          <p:cNvPr id="9" name="Slide Number Placeholder 8">
            <a:extLst>
              <a:ext uri="{FF2B5EF4-FFF2-40B4-BE49-F238E27FC236}">
                <a16:creationId xmlns:a16="http://schemas.microsoft.com/office/drawing/2014/main" id="{22B9BB3B-51E8-595D-BE01-2881F99A8D5E}"/>
              </a:ext>
            </a:extLst>
          </p:cNvPr>
          <p:cNvSpPr>
            <a:spLocks noGrp="1"/>
          </p:cNvSpPr>
          <p:nvPr>
            <p:ph type="sldNum" sz="quarter" idx="16"/>
          </p:nvPr>
        </p:nvSpPr>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393590379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userDrawn="1">
  <p:cSld name="End Slide 2">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E828FFA5-3FBC-D174-A267-398AD796B6A1}"/>
              </a:ext>
            </a:extLst>
          </p:cNvPr>
          <p:cNvSpPr/>
          <p:nvPr userDrawn="1"/>
        </p:nvSpPr>
        <p:spPr>
          <a:xfrm>
            <a:off x="550862" y="3325369"/>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US" sz="1100" b="1" i="0" kern="1200">
                <a:solidFill>
                  <a:schemeClr val="tx2"/>
                </a:solidFill>
                <a:latin typeface="+mn-lt"/>
                <a:ea typeface="+mn-ea"/>
                <a:cs typeface="+mn-cs"/>
              </a:rPr>
              <a:t>Make it real.</a:t>
            </a:r>
          </a:p>
          <a:p>
            <a:pPr marL="0" marR="0" lvl="0" indent="0" algn="l" defTabSz="914400" rtl="0" eaLnBrk="1" fontAlgn="auto" latinLnBrk="0" hangingPunct="1">
              <a:lnSpc>
                <a:spcPts val="1200"/>
              </a:lnSpc>
              <a:spcBef>
                <a:spcPts val="0"/>
              </a:spcBef>
              <a:spcAft>
                <a:spcPts val="0"/>
              </a:spcAft>
              <a:buClrTx/>
              <a:buSzTx/>
              <a:buFontTx/>
              <a:buNone/>
              <a:tabLst/>
              <a:defRPr/>
            </a:pPr>
            <a:r>
              <a:rPr lang="en-US" sz="1050" b="0" i="0" err="1">
                <a:solidFill>
                  <a:schemeClr val="tx1"/>
                </a:solidFill>
                <a:latin typeface="+mn-lt"/>
              </a:rPr>
              <a:t>w</a:t>
            </a:r>
            <a:r>
              <a:rPr lang="en-US" sz="1050" err="1">
                <a:solidFill>
                  <a:schemeClr val="tx1"/>
                </a:solidFill>
                <a:latin typeface="+mn-lt"/>
              </a:rPr>
              <a:t>ww.capgemini.com</a:t>
            </a:r>
            <a:endParaRPr lang="en-US" sz="1050">
              <a:solidFill>
                <a:schemeClr val="tx1"/>
              </a:solidFill>
              <a:latin typeface="+mn-lt"/>
            </a:endParaRPr>
          </a:p>
        </p:txBody>
      </p:sp>
      <p:grpSp>
        <p:nvGrpSpPr>
          <p:cNvPr id="43" name="Group 2">
            <a:extLst>
              <a:ext uri="{FF2B5EF4-FFF2-40B4-BE49-F238E27FC236}">
                <a16:creationId xmlns:a16="http://schemas.microsoft.com/office/drawing/2014/main" id="{CD4310B4-5ADE-C2D0-DB4C-AF69D93A1DF5}"/>
              </a:ext>
            </a:extLst>
          </p:cNvPr>
          <p:cNvGrpSpPr>
            <a:grpSpLocks noChangeAspect="1"/>
          </p:cNvGrpSpPr>
          <p:nvPr userDrawn="1"/>
        </p:nvGrpSpPr>
        <p:grpSpPr>
          <a:xfrm>
            <a:off x="550862" y="6021288"/>
            <a:ext cx="1872000" cy="420870"/>
            <a:chOff x="5094083" y="5360390"/>
            <a:chExt cx="3039349" cy="683316"/>
          </a:xfrm>
          <a:solidFill>
            <a:schemeClr val="tx2"/>
          </a:solidFill>
        </p:grpSpPr>
        <p:sp>
          <p:nvSpPr>
            <p:cNvPr id="44" name="Freeform: Shape 4">
              <a:extLst>
                <a:ext uri="{FF2B5EF4-FFF2-40B4-BE49-F238E27FC236}">
                  <a16:creationId xmlns:a16="http://schemas.microsoft.com/office/drawing/2014/main" id="{089E09DC-D2DF-E25B-B85C-6EA1D98E1CA5}"/>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lstStyle/>
            <a:p>
              <a:endParaRPr lang="en-US" sz="1800"/>
            </a:p>
          </p:txBody>
        </p:sp>
        <p:sp>
          <p:nvSpPr>
            <p:cNvPr id="45" name="Freeform: Shape 5">
              <a:extLst>
                <a:ext uri="{FF2B5EF4-FFF2-40B4-BE49-F238E27FC236}">
                  <a16:creationId xmlns:a16="http://schemas.microsoft.com/office/drawing/2014/main" id="{CFFDC692-B337-393E-311F-6135E50AC699}"/>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lstStyle/>
            <a:p>
              <a:endParaRPr lang="en-US" sz="1800"/>
            </a:p>
          </p:txBody>
        </p:sp>
        <p:sp>
          <p:nvSpPr>
            <p:cNvPr id="46" name="Freeform: Shape 6">
              <a:extLst>
                <a:ext uri="{FF2B5EF4-FFF2-40B4-BE49-F238E27FC236}">
                  <a16:creationId xmlns:a16="http://schemas.microsoft.com/office/drawing/2014/main" id="{79F624AF-8CAF-1C4F-6AF4-0D3BAB6883DE}"/>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lstStyle/>
            <a:p>
              <a:endParaRPr lang="en-US" sz="1800"/>
            </a:p>
          </p:txBody>
        </p:sp>
        <p:sp>
          <p:nvSpPr>
            <p:cNvPr id="47" name="Freeform: Shape 7">
              <a:extLst>
                <a:ext uri="{FF2B5EF4-FFF2-40B4-BE49-F238E27FC236}">
                  <a16:creationId xmlns:a16="http://schemas.microsoft.com/office/drawing/2014/main" id="{CC7B72C0-ED2F-06D1-872B-CC0A248A4A55}"/>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lstStyle/>
            <a:p>
              <a:endParaRPr lang="en-US" sz="1800"/>
            </a:p>
          </p:txBody>
        </p:sp>
        <p:sp>
          <p:nvSpPr>
            <p:cNvPr id="48" name="Freeform: Shape 8">
              <a:extLst>
                <a:ext uri="{FF2B5EF4-FFF2-40B4-BE49-F238E27FC236}">
                  <a16:creationId xmlns:a16="http://schemas.microsoft.com/office/drawing/2014/main" id="{4387627B-473F-668B-D2BC-7D0705259BFC}"/>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lstStyle/>
            <a:p>
              <a:endParaRPr lang="en-US" sz="1800"/>
            </a:p>
          </p:txBody>
        </p:sp>
      </p:grpSp>
      <p:grpSp>
        <p:nvGrpSpPr>
          <p:cNvPr id="2" name="Group 1">
            <a:extLst>
              <a:ext uri="{FF2B5EF4-FFF2-40B4-BE49-F238E27FC236}">
                <a16:creationId xmlns:a16="http://schemas.microsoft.com/office/drawing/2014/main" id="{33CF6172-FAD6-301F-3990-BA19BDCBDD10}"/>
              </a:ext>
            </a:extLst>
          </p:cNvPr>
          <p:cNvGrpSpPr/>
          <p:nvPr userDrawn="1"/>
        </p:nvGrpSpPr>
        <p:grpSpPr>
          <a:xfrm>
            <a:off x="8904288" y="5569004"/>
            <a:ext cx="1951070" cy="335280"/>
            <a:chOff x="8904288" y="5569004"/>
            <a:chExt cx="1951070" cy="335280"/>
          </a:xfrm>
        </p:grpSpPr>
        <p:pic>
          <p:nvPicPr>
            <p:cNvPr id="3" name="Picture 2">
              <a:hlinkClick r:id="rId2"/>
              <a:extLst>
                <a:ext uri="{FF2B5EF4-FFF2-40B4-BE49-F238E27FC236}">
                  <a16:creationId xmlns:a16="http://schemas.microsoft.com/office/drawing/2014/main" id="{C80B44BA-49DA-9F84-82D3-870627147924}"/>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l="-15803" t="-15499" r="-15008" b="-15313"/>
            <a:stretch>
              <a:fillRect/>
            </a:stretch>
          </p:blipFill>
          <p:spPr>
            <a:xfrm>
              <a:off x="10520558" y="5569004"/>
              <a:ext cx="334800" cy="334800"/>
            </a:xfrm>
            <a:prstGeom prst="ellipse">
              <a:avLst/>
            </a:prstGeom>
            <a:ln>
              <a:solidFill>
                <a:schemeClr val="tx1"/>
              </a:solidFill>
            </a:ln>
          </p:spPr>
        </p:pic>
        <p:pic>
          <p:nvPicPr>
            <p:cNvPr id="4" name="Picture 3">
              <a:hlinkClick r:id="rId4"/>
              <a:extLst>
                <a:ext uri="{FF2B5EF4-FFF2-40B4-BE49-F238E27FC236}">
                  <a16:creationId xmlns:a16="http://schemas.microsoft.com/office/drawing/2014/main" id="{3F910AE5-DC10-6A3E-284B-4AA4EADB83AB}"/>
                </a:ext>
              </a:extLst>
            </p:cNvPr>
            <p:cNvPicPr>
              <a:picLocks noChangeAspect="1"/>
            </p:cNvPicPr>
            <p:nvPr userDrawn="1"/>
          </p:nvPicPr>
          <p:blipFill rotWithShape="1">
            <a:blip r:embed="rId5" cstate="screen">
              <a:extLst>
                <a:ext uri="{28A0092B-C50C-407E-A947-70E740481C1C}">
                  <a14:useLocalDpi xmlns:a14="http://schemas.microsoft.com/office/drawing/2010/main"/>
                </a:ext>
              </a:extLst>
            </a:blip>
            <a:srcRect l="-11970" t="-13244" r="-14518" b="-13244"/>
            <a:stretch>
              <a:fillRect/>
            </a:stretch>
          </p:blipFill>
          <p:spPr>
            <a:xfrm>
              <a:off x="10119213" y="5569004"/>
              <a:ext cx="335280" cy="335280"/>
            </a:xfrm>
            <a:prstGeom prst="ellipse">
              <a:avLst/>
            </a:prstGeom>
            <a:ln>
              <a:solidFill>
                <a:schemeClr val="tx1"/>
              </a:solidFill>
            </a:ln>
          </p:spPr>
        </p:pic>
        <p:pic>
          <p:nvPicPr>
            <p:cNvPr id="5" name="Picture 4">
              <a:hlinkClick r:id="rId6"/>
              <a:extLst>
                <a:ext uri="{FF2B5EF4-FFF2-40B4-BE49-F238E27FC236}">
                  <a16:creationId xmlns:a16="http://schemas.microsoft.com/office/drawing/2014/main" id="{38FCE476-10F1-8A4F-DF82-27A04965BB65}"/>
                </a:ext>
              </a:extLst>
            </p:cNvPr>
            <p:cNvPicPr>
              <a:picLocks noChangeAspect="1"/>
            </p:cNvPicPr>
            <p:nvPr userDrawn="1"/>
          </p:nvPicPr>
          <p:blipFill rotWithShape="1">
            <a:blip r:embed="rId7" cstate="screen">
              <a:extLst>
                <a:ext uri="{28A0092B-C50C-407E-A947-70E740481C1C}">
                  <a14:useLocalDpi xmlns:a14="http://schemas.microsoft.com/office/drawing/2010/main"/>
                </a:ext>
              </a:extLst>
            </a:blip>
            <a:srcRect l="-19298" t="-20188" r="-21078" b="-20188"/>
            <a:stretch>
              <a:fillRect/>
            </a:stretch>
          </p:blipFill>
          <p:spPr>
            <a:xfrm>
              <a:off x="9714238" y="5569004"/>
              <a:ext cx="335280" cy="335280"/>
            </a:xfrm>
            <a:prstGeom prst="ellipse">
              <a:avLst/>
            </a:prstGeom>
            <a:ln>
              <a:solidFill>
                <a:schemeClr val="tx1"/>
              </a:solidFill>
            </a:ln>
          </p:spPr>
        </p:pic>
        <p:pic>
          <p:nvPicPr>
            <p:cNvPr id="6" name="Picture 5">
              <a:hlinkClick r:id="rId8"/>
              <a:extLst>
                <a:ext uri="{FF2B5EF4-FFF2-40B4-BE49-F238E27FC236}">
                  <a16:creationId xmlns:a16="http://schemas.microsoft.com/office/drawing/2014/main" id="{97AF43E1-E2D3-3572-59C0-6B864F4B3F70}"/>
                </a:ext>
              </a:extLst>
            </p:cNvPr>
            <p:cNvPicPr>
              <a:picLocks noChangeAspect="1"/>
            </p:cNvPicPr>
            <p:nvPr userDrawn="1"/>
          </p:nvPicPr>
          <p:blipFill rotWithShape="1">
            <a:blip r:embed="rId9" cstate="screen">
              <a:extLst>
                <a:ext uri="{28A0092B-C50C-407E-A947-70E740481C1C}">
                  <a14:useLocalDpi xmlns:a14="http://schemas.microsoft.com/office/drawing/2010/main"/>
                </a:ext>
              </a:extLst>
            </a:blip>
            <a:srcRect l="-23025" t="-21407" r="-19995" b="-21613"/>
            <a:stretch>
              <a:fillRect/>
            </a:stretch>
          </p:blipFill>
          <p:spPr>
            <a:xfrm>
              <a:off x="8904288" y="5569004"/>
              <a:ext cx="335280" cy="335280"/>
            </a:xfrm>
            <a:prstGeom prst="ellipse">
              <a:avLst/>
            </a:prstGeom>
            <a:ln>
              <a:solidFill>
                <a:schemeClr val="tx1"/>
              </a:solidFill>
            </a:ln>
          </p:spPr>
        </p:pic>
        <p:pic>
          <p:nvPicPr>
            <p:cNvPr id="7" name="Picture 6">
              <a:hlinkClick r:id="rId10"/>
              <a:extLst>
                <a:ext uri="{FF2B5EF4-FFF2-40B4-BE49-F238E27FC236}">
                  <a16:creationId xmlns:a16="http://schemas.microsoft.com/office/drawing/2014/main" id="{FE9806D4-7438-2762-EAEC-92F2B68803AC}"/>
                </a:ext>
              </a:extLst>
            </p:cNvPr>
            <p:cNvPicPr>
              <a:picLocks noChangeAspect="1"/>
            </p:cNvPicPr>
            <p:nvPr userDrawn="1"/>
          </p:nvPicPr>
          <p:blipFill rotWithShape="1">
            <a:blip r:embed="rId11" cstate="screen">
              <a:extLst>
                <a:ext uri="{28A0092B-C50C-407E-A947-70E740481C1C}">
                  <a14:useLocalDpi xmlns:a14="http://schemas.microsoft.com/office/drawing/2010/main"/>
                </a:ext>
              </a:extLst>
            </a:blip>
            <a:srcRect l="-16187" t="-16601" r="-17015" b="-16601"/>
            <a:stretch>
              <a:fillRect/>
            </a:stretch>
          </p:blipFill>
          <p:spPr>
            <a:xfrm>
              <a:off x="9309263" y="5569004"/>
              <a:ext cx="335280" cy="335280"/>
            </a:xfrm>
            <a:prstGeom prst="ellipse">
              <a:avLst/>
            </a:prstGeom>
            <a:ln>
              <a:solidFill>
                <a:schemeClr val="tx1"/>
              </a:solidFill>
            </a:ln>
          </p:spPr>
        </p:pic>
      </p:grpSp>
      <p:sp>
        <p:nvSpPr>
          <p:cNvPr id="10" name="Rectangle 9">
            <a:extLst>
              <a:ext uri="{FF2B5EF4-FFF2-40B4-BE49-F238E27FC236}">
                <a16:creationId xmlns:a16="http://schemas.microsoft.com/office/drawing/2014/main" id="{0B26CCF1-BAF6-4FCD-3421-F3BD01B6E505}"/>
              </a:ext>
            </a:extLst>
          </p:cNvPr>
          <p:cNvSpPr/>
          <p:nvPr userDrawn="1"/>
        </p:nvSpPr>
        <p:spPr>
          <a:xfrm>
            <a:off x="8904288" y="6053226"/>
            <a:ext cx="2879725" cy="400110"/>
          </a:xfrm>
          <a:prstGeom prst="rect">
            <a:avLst/>
          </a:prstGeom>
        </p:spPr>
        <p:txBody>
          <a:bodyPr wrap="square" lIns="0" tIns="0" rIns="0" bIns="0" anchor="b" anchorCtr="0">
            <a:spAutoFit/>
          </a:bodyPr>
          <a:lstStyle/>
          <a:p>
            <a:pPr>
              <a:spcAft>
                <a:spcPts val="600"/>
              </a:spcAft>
            </a:pPr>
            <a:r>
              <a:rPr lang="en-US" sz="700" b="0" i="0" noProof="0">
                <a:solidFill>
                  <a:schemeClr val="tx1"/>
                </a:solidFill>
                <a:latin typeface="+mn-lt"/>
                <a:cs typeface="Arial"/>
              </a:rPr>
              <a:t>This presentation contains information that may be privileged or confidential and is the property of the Capgemini Group.</a:t>
            </a:r>
          </a:p>
          <a:p>
            <a:pPr>
              <a:spcAft>
                <a:spcPts val="600"/>
              </a:spcAft>
            </a:pPr>
            <a:r>
              <a:rPr lang="en-US" sz="700" b="0" i="0" noProof="0">
                <a:solidFill>
                  <a:schemeClr val="tx1"/>
                </a:solidFill>
                <a:latin typeface="+mn-lt"/>
                <a:cs typeface="Arial"/>
              </a:rPr>
              <a:t>Copyright © 2026 Capgemini. All rights reserved.</a:t>
            </a:r>
          </a:p>
        </p:txBody>
      </p:sp>
      <p:sp>
        <p:nvSpPr>
          <p:cNvPr id="11" name="Rectangle 10">
            <a:extLst>
              <a:ext uri="{FF2B5EF4-FFF2-40B4-BE49-F238E27FC236}">
                <a16:creationId xmlns:a16="http://schemas.microsoft.com/office/drawing/2014/main" id="{D466A9AF-E76C-000E-9F10-562BABF34749}"/>
              </a:ext>
            </a:extLst>
          </p:cNvPr>
          <p:cNvSpPr/>
          <p:nvPr userDrawn="1"/>
        </p:nvSpPr>
        <p:spPr>
          <a:xfrm>
            <a:off x="550864" y="1574544"/>
            <a:ext cx="4248471" cy="185445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indent="0" algn="just" defTabSz="914400" rtl="0" eaLnBrk="1" fontAlgn="auto" latinLnBrk="0" hangingPunct="1">
              <a:lnSpc>
                <a:spcPct val="100000"/>
              </a:lnSpc>
              <a:spcBef>
                <a:spcPts val="0"/>
              </a:spcBef>
              <a:spcAft>
                <a:spcPts val="1200"/>
              </a:spcAft>
              <a:buClrTx/>
              <a:buSzTx/>
              <a:buFontTx/>
              <a:buNone/>
              <a:tabLst/>
              <a:defRPr/>
            </a:pPr>
            <a:r>
              <a:rPr kumimoji="0" lang="en-US" sz="1400" b="0" i="0" u="none" strike="noStrike" kern="1200" cap="none" spc="0" normalizeH="0" baseline="0" noProof="0">
                <a:ln>
                  <a:noFill/>
                </a:ln>
                <a:solidFill>
                  <a:schemeClr val="tx1"/>
                </a:solidFill>
                <a:effectLst/>
                <a:uLnTx/>
                <a:uFillTx/>
                <a:latin typeface="+mn-lt"/>
                <a:ea typeface="+mn-ea"/>
                <a:cs typeface="+mn-cs"/>
              </a:rPr>
              <a:t>About Capgemini</a:t>
            </a:r>
          </a:p>
          <a:p>
            <a:pPr marL="0" marR="0" lvl="0" indent="0" algn="just" defTabSz="914400" rtl="0" eaLnBrk="1" fontAlgn="auto" latinLnBrk="0" hangingPunct="1">
              <a:lnSpc>
                <a:spcPct val="100000"/>
              </a:lnSpc>
              <a:spcBef>
                <a:spcPts val="0"/>
              </a:spcBef>
              <a:spcAft>
                <a:spcPts val="0"/>
              </a:spcAft>
              <a:buClrTx/>
              <a:buSzTx/>
              <a:buFontTx/>
              <a:buNone/>
              <a:tabLst/>
              <a:defRPr/>
            </a:pPr>
            <a:r>
              <a:rPr lang="en-US" sz="900">
                <a:solidFill>
                  <a:schemeClr val="tx1"/>
                </a:solidFill>
              </a:rPr>
              <a:t>Capgemini is an AI-powered global business and technology transformation partner, delivering tangible business value. We imagine the future of organizations and make it real with AI, technology and people. With our strong heritage of nearly 60 years, we are a responsible and diverse group of 420,000 team members in more than 50 countries. We deliver end-to-end services and solutions with our deep industry expertise and strong partner ecosystem, leveraging our capabilities across strategy, technology, design, engineering and business operations. The Group reported 2024 global revenues of €22.1 billion.</a:t>
            </a:r>
          </a:p>
        </p:txBody>
      </p:sp>
    </p:spTree>
    <p:extLst>
      <p:ext uri="{BB962C8B-B14F-4D97-AF65-F5344CB8AC3E}">
        <p14:creationId xmlns:p14="http://schemas.microsoft.com/office/powerpoint/2010/main" val="68109750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End Slide 3">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D1D17019-0BF4-2D81-E041-AFBAAFE615A7}"/>
              </a:ext>
            </a:extLst>
          </p:cNvPr>
          <p:cNvSpPr/>
          <p:nvPr userDrawn="1"/>
        </p:nvSpPr>
        <p:spPr>
          <a:xfrm>
            <a:off x="8146580" y="0"/>
            <a:ext cx="4045420" cy="6858000"/>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43" name="Group 2">
            <a:extLst>
              <a:ext uri="{FF2B5EF4-FFF2-40B4-BE49-F238E27FC236}">
                <a16:creationId xmlns:a16="http://schemas.microsoft.com/office/drawing/2014/main" id="{CD4310B4-5ADE-C2D0-DB4C-AF69D93A1DF5}"/>
              </a:ext>
            </a:extLst>
          </p:cNvPr>
          <p:cNvGrpSpPr>
            <a:grpSpLocks noChangeAspect="1"/>
          </p:cNvGrpSpPr>
          <p:nvPr userDrawn="1"/>
        </p:nvGrpSpPr>
        <p:grpSpPr>
          <a:xfrm>
            <a:off x="550863" y="6021288"/>
            <a:ext cx="1872000" cy="420870"/>
            <a:chOff x="5094083" y="5360390"/>
            <a:chExt cx="3039349" cy="683316"/>
          </a:xfrm>
          <a:solidFill>
            <a:schemeClr val="tx2"/>
          </a:solidFill>
        </p:grpSpPr>
        <p:sp>
          <p:nvSpPr>
            <p:cNvPr id="44" name="Freeform: Shape 4">
              <a:extLst>
                <a:ext uri="{FF2B5EF4-FFF2-40B4-BE49-F238E27FC236}">
                  <a16:creationId xmlns:a16="http://schemas.microsoft.com/office/drawing/2014/main" id="{089E09DC-D2DF-E25B-B85C-6EA1D98E1CA5}"/>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lstStyle/>
            <a:p>
              <a:endParaRPr lang="en-US" sz="1800">
                <a:solidFill>
                  <a:schemeClr val="bg1"/>
                </a:solidFill>
              </a:endParaRPr>
            </a:p>
          </p:txBody>
        </p:sp>
        <p:sp>
          <p:nvSpPr>
            <p:cNvPr id="45" name="Freeform: Shape 5">
              <a:extLst>
                <a:ext uri="{FF2B5EF4-FFF2-40B4-BE49-F238E27FC236}">
                  <a16:creationId xmlns:a16="http://schemas.microsoft.com/office/drawing/2014/main" id="{CFFDC692-B337-393E-311F-6135E50AC699}"/>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lstStyle/>
            <a:p>
              <a:endParaRPr lang="en-US" sz="1800">
                <a:solidFill>
                  <a:schemeClr val="bg1"/>
                </a:solidFill>
              </a:endParaRPr>
            </a:p>
          </p:txBody>
        </p:sp>
        <p:sp>
          <p:nvSpPr>
            <p:cNvPr id="46" name="Freeform: Shape 6">
              <a:extLst>
                <a:ext uri="{FF2B5EF4-FFF2-40B4-BE49-F238E27FC236}">
                  <a16:creationId xmlns:a16="http://schemas.microsoft.com/office/drawing/2014/main" id="{79F624AF-8CAF-1C4F-6AF4-0D3BAB6883DE}"/>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lstStyle/>
            <a:p>
              <a:endParaRPr lang="en-US" sz="1800">
                <a:solidFill>
                  <a:schemeClr val="bg1"/>
                </a:solidFill>
              </a:endParaRPr>
            </a:p>
          </p:txBody>
        </p:sp>
        <p:sp>
          <p:nvSpPr>
            <p:cNvPr id="47" name="Freeform: Shape 7">
              <a:extLst>
                <a:ext uri="{FF2B5EF4-FFF2-40B4-BE49-F238E27FC236}">
                  <a16:creationId xmlns:a16="http://schemas.microsoft.com/office/drawing/2014/main" id="{CC7B72C0-ED2F-06D1-872B-CC0A248A4A55}"/>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lstStyle/>
            <a:p>
              <a:endParaRPr lang="en-US" sz="1800">
                <a:solidFill>
                  <a:schemeClr val="bg1"/>
                </a:solidFill>
              </a:endParaRPr>
            </a:p>
          </p:txBody>
        </p:sp>
        <p:sp>
          <p:nvSpPr>
            <p:cNvPr id="48" name="Freeform: Shape 8">
              <a:extLst>
                <a:ext uri="{FF2B5EF4-FFF2-40B4-BE49-F238E27FC236}">
                  <a16:creationId xmlns:a16="http://schemas.microsoft.com/office/drawing/2014/main" id="{4387627B-473F-668B-D2BC-7D0705259BFC}"/>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lstStyle/>
            <a:p>
              <a:endParaRPr lang="en-US" sz="1800">
                <a:solidFill>
                  <a:schemeClr val="bg1"/>
                </a:solidFill>
              </a:endParaRPr>
            </a:p>
          </p:txBody>
        </p:sp>
      </p:grpSp>
      <p:sp>
        <p:nvSpPr>
          <p:cNvPr id="10" name="Rectangle 9">
            <a:extLst>
              <a:ext uri="{FF2B5EF4-FFF2-40B4-BE49-F238E27FC236}">
                <a16:creationId xmlns:a16="http://schemas.microsoft.com/office/drawing/2014/main" id="{456848E4-9E3E-BD1A-A82D-C9F95359644C}"/>
              </a:ext>
            </a:extLst>
          </p:cNvPr>
          <p:cNvSpPr/>
          <p:nvPr userDrawn="1"/>
        </p:nvSpPr>
        <p:spPr>
          <a:xfrm>
            <a:off x="550863" y="3325369"/>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US" sz="1100" b="1" i="0" kern="1200">
                <a:solidFill>
                  <a:schemeClr val="tx2"/>
                </a:solidFill>
                <a:latin typeface="+mn-lt"/>
                <a:ea typeface="+mn-ea"/>
                <a:cs typeface="+mn-cs"/>
              </a:rPr>
              <a:t>Make it real.</a:t>
            </a:r>
          </a:p>
          <a:p>
            <a:pPr marL="0" marR="0" lvl="0" indent="0" algn="l" defTabSz="914400" rtl="0" eaLnBrk="1" fontAlgn="auto" latinLnBrk="0" hangingPunct="1">
              <a:lnSpc>
                <a:spcPts val="1200"/>
              </a:lnSpc>
              <a:spcBef>
                <a:spcPts val="0"/>
              </a:spcBef>
              <a:spcAft>
                <a:spcPts val="0"/>
              </a:spcAft>
              <a:buClrTx/>
              <a:buSzTx/>
              <a:buFontTx/>
              <a:buNone/>
              <a:tabLst/>
              <a:defRPr/>
            </a:pPr>
            <a:r>
              <a:rPr lang="en-US" sz="1050" b="0" i="0">
                <a:solidFill>
                  <a:schemeClr val="tx1"/>
                </a:solidFill>
                <a:latin typeface="+mn-lt"/>
              </a:rPr>
              <a:t>w</a:t>
            </a:r>
            <a:r>
              <a:rPr lang="en-US" sz="1050">
                <a:solidFill>
                  <a:schemeClr val="tx1"/>
                </a:solidFill>
                <a:latin typeface="+mn-lt"/>
              </a:rPr>
              <a:t>ww.capgemini.com</a:t>
            </a:r>
          </a:p>
        </p:txBody>
      </p:sp>
      <p:sp>
        <p:nvSpPr>
          <p:cNvPr id="11" name="Rectangle 10">
            <a:extLst>
              <a:ext uri="{FF2B5EF4-FFF2-40B4-BE49-F238E27FC236}">
                <a16:creationId xmlns:a16="http://schemas.microsoft.com/office/drawing/2014/main" id="{243A1DDC-0EE3-87D7-B55C-C8336892FA90}"/>
              </a:ext>
            </a:extLst>
          </p:cNvPr>
          <p:cNvSpPr/>
          <p:nvPr userDrawn="1"/>
        </p:nvSpPr>
        <p:spPr>
          <a:xfrm rot="16200000">
            <a:off x="4627581"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12" name="Group 11">
            <a:extLst>
              <a:ext uri="{FF2B5EF4-FFF2-40B4-BE49-F238E27FC236}">
                <a16:creationId xmlns:a16="http://schemas.microsoft.com/office/drawing/2014/main" id="{78E9408B-4A36-9F64-5766-AC150B683248}"/>
              </a:ext>
            </a:extLst>
          </p:cNvPr>
          <p:cNvGrpSpPr/>
          <p:nvPr userDrawn="1"/>
        </p:nvGrpSpPr>
        <p:grpSpPr>
          <a:xfrm>
            <a:off x="8904288" y="5569004"/>
            <a:ext cx="1951070" cy="335280"/>
            <a:chOff x="8904288" y="5569004"/>
            <a:chExt cx="1951070" cy="335280"/>
          </a:xfrm>
        </p:grpSpPr>
        <p:pic>
          <p:nvPicPr>
            <p:cNvPr id="13" name="Picture 12">
              <a:hlinkClick r:id="rId2"/>
              <a:extLst>
                <a:ext uri="{FF2B5EF4-FFF2-40B4-BE49-F238E27FC236}">
                  <a16:creationId xmlns:a16="http://schemas.microsoft.com/office/drawing/2014/main" id="{594B397F-1305-520D-FD72-252F047C02CE}"/>
                </a:ext>
              </a:extLst>
            </p:cNvPr>
            <p:cNvPicPr>
              <a:picLocks noChangeAspect="1"/>
            </p:cNvPicPr>
            <p:nvPr userDrawn="1"/>
          </p:nvPicPr>
          <p:blipFill rotWithShape="1">
            <a:blip r:embed="rId3" cstate="screen">
              <a:lum bright="70000" contrast="-70000"/>
              <a:extLst>
                <a:ext uri="{BEBA8EAE-BF5A-486C-A8C5-ECC9F3942E4B}">
                  <a14:imgProps xmlns:a14="http://schemas.microsoft.com/office/drawing/2010/main">
                    <a14:imgLayer r:embed="rId4">
                      <a14:imgEffect>
                        <a14:artisticPhotocopy/>
                      </a14:imgEffect>
                    </a14:imgLayer>
                  </a14:imgProps>
                </a:ext>
                <a:ext uri="{28A0092B-C50C-407E-A947-70E740481C1C}">
                  <a14:useLocalDpi xmlns:a14="http://schemas.microsoft.com/office/drawing/2010/main"/>
                </a:ext>
              </a:extLst>
            </a:blip>
            <a:srcRect l="-15803" t="-15499" r="-15008" b="-15313"/>
            <a:stretch>
              <a:fillRect/>
            </a:stretch>
          </p:blipFill>
          <p:spPr>
            <a:xfrm>
              <a:off x="10520558" y="5569004"/>
              <a:ext cx="334800" cy="334800"/>
            </a:xfrm>
            <a:prstGeom prst="ellipse">
              <a:avLst/>
            </a:prstGeom>
            <a:ln>
              <a:solidFill>
                <a:schemeClr val="bg1"/>
              </a:solidFill>
            </a:ln>
          </p:spPr>
        </p:pic>
        <p:pic>
          <p:nvPicPr>
            <p:cNvPr id="14" name="Picture 13">
              <a:hlinkClick r:id="rId5"/>
              <a:extLst>
                <a:ext uri="{FF2B5EF4-FFF2-40B4-BE49-F238E27FC236}">
                  <a16:creationId xmlns:a16="http://schemas.microsoft.com/office/drawing/2014/main" id="{2B8F14F5-4F4C-8CAB-B032-78509603B748}"/>
                </a:ext>
              </a:extLst>
            </p:cNvPr>
            <p:cNvPicPr>
              <a:picLocks noChangeAspect="1"/>
            </p:cNvPicPr>
            <p:nvPr userDrawn="1"/>
          </p:nvPicPr>
          <p:blipFill rotWithShape="1">
            <a:blip r:embed="rId6" cstate="screen">
              <a:lum bright="70000" contrast="-70000"/>
              <a:extLst>
                <a:ext uri="{BEBA8EAE-BF5A-486C-A8C5-ECC9F3942E4B}">
                  <a14:imgProps xmlns:a14="http://schemas.microsoft.com/office/drawing/2010/main">
                    <a14:imgLayer r:embed="rId7">
                      <a14:imgEffect>
                        <a14:artisticPhotocopy/>
                      </a14:imgEffect>
                    </a14:imgLayer>
                  </a14:imgProps>
                </a:ext>
                <a:ext uri="{28A0092B-C50C-407E-A947-70E740481C1C}">
                  <a14:useLocalDpi xmlns:a14="http://schemas.microsoft.com/office/drawing/2010/main"/>
                </a:ext>
              </a:extLst>
            </a:blip>
            <a:srcRect l="-11970" t="-13244" r="-14518" b="-13244"/>
            <a:stretch>
              <a:fillRect/>
            </a:stretch>
          </p:blipFill>
          <p:spPr>
            <a:xfrm>
              <a:off x="10119213" y="5569004"/>
              <a:ext cx="335280" cy="335280"/>
            </a:xfrm>
            <a:prstGeom prst="ellipse">
              <a:avLst/>
            </a:prstGeom>
            <a:ln>
              <a:solidFill>
                <a:schemeClr val="bg1"/>
              </a:solidFill>
            </a:ln>
          </p:spPr>
        </p:pic>
        <p:pic>
          <p:nvPicPr>
            <p:cNvPr id="15" name="Picture 14">
              <a:hlinkClick r:id="rId8"/>
              <a:extLst>
                <a:ext uri="{FF2B5EF4-FFF2-40B4-BE49-F238E27FC236}">
                  <a16:creationId xmlns:a16="http://schemas.microsoft.com/office/drawing/2014/main" id="{2FB6738B-5AD4-93DE-628B-7F9F226AE057}"/>
                </a:ext>
              </a:extLst>
            </p:cNvPr>
            <p:cNvPicPr>
              <a:picLocks noChangeAspect="1"/>
            </p:cNvPicPr>
            <p:nvPr userDrawn="1"/>
          </p:nvPicPr>
          <p:blipFill rotWithShape="1">
            <a:blip r:embed="rId9" cstate="screen">
              <a:lum bright="70000" contrast="-70000"/>
              <a:extLst>
                <a:ext uri="{BEBA8EAE-BF5A-486C-A8C5-ECC9F3942E4B}">
                  <a14:imgProps xmlns:a14="http://schemas.microsoft.com/office/drawing/2010/main">
                    <a14:imgLayer r:embed="rId10">
                      <a14:imgEffect>
                        <a14:artisticPhotocopy/>
                      </a14:imgEffect>
                    </a14:imgLayer>
                  </a14:imgProps>
                </a:ext>
                <a:ext uri="{28A0092B-C50C-407E-A947-70E740481C1C}">
                  <a14:useLocalDpi xmlns:a14="http://schemas.microsoft.com/office/drawing/2010/main"/>
                </a:ext>
              </a:extLst>
            </a:blip>
            <a:srcRect l="-19298" t="-20188" r="-21078" b="-20188"/>
            <a:stretch>
              <a:fillRect/>
            </a:stretch>
          </p:blipFill>
          <p:spPr>
            <a:xfrm>
              <a:off x="9714238" y="5569004"/>
              <a:ext cx="335280" cy="335280"/>
            </a:xfrm>
            <a:prstGeom prst="ellipse">
              <a:avLst/>
            </a:prstGeom>
            <a:ln>
              <a:solidFill>
                <a:schemeClr val="bg1"/>
              </a:solidFill>
            </a:ln>
          </p:spPr>
        </p:pic>
        <p:pic>
          <p:nvPicPr>
            <p:cNvPr id="16" name="Picture 15">
              <a:hlinkClick r:id="rId11"/>
              <a:extLst>
                <a:ext uri="{FF2B5EF4-FFF2-40B4-BE49-F238E27FC236}">
                  <a16:creationId xmlns:a16="http://schemas.microsoft.com/office/drawing/2014/main" id="{9B12A264-9803-3563-7FDB-B00341420E93}"/>
                </a:ext>
              </a:extLst>
            </p:cNvPr>
            <p:cNvPicPr>
              <a:picLocks noChangeAspect="1"/>
            </p:cNvPicPr>
            <p:nvPr userDrawn="1"/>
          </p:nvPicPr>
          <p:blipFill rotWithShape="1">
            <a:blip r:embed="rId12" cstate="screen">
              <a:lum bright="70000" contrast="-70000"/>
              <a:extLst>
                <a:ext uri="{BEBA8EAE-BF5A-486C-A8C5-ECC9F3942E4B}">
                  <a14:imgProps xmlns:a14="http://schemas.microsoft.com/office/drawing/2010/main">
                    <a14:imgLayer r:embed="rId13">
                      <a14:imgEffect>
                        <a14:artisticPhotocopy/>
                      </a14:imgEffect>
                    </a14:imgLayer>
                  </a14:imgProps>
                </a:ext>
                <a:ext uri="{28A0092B-C50C-407E-A947-70E740481C1C}">
                  <a14:useLocalDpi xmlns:a14="http://schemas.microsoft.com/office/drawing/2010/main"/>
                </a:ext>
              </a:extLst>
            </a:blip>
            <a:srcRect l="-23025" t="-21407" r="-19995" b="-21613"/>
            <a:stretch>
              <a:fillRect/>
            </a:stretch>
          </p:blipFill>
          <p:spPr>
            <a:xfrm>
              <a:off x="8904288" y="5569004"/>
              <a:ext cx="335280" cy="335280"/>
            </a:xfrm>
            <a:prstGeom prst="ellipse">
              <a:avLst/>
            </a:prstGeom>
            <a:ln>
              <a:solidFill>
                <a:schemeClr val="bg1"/>
              </a:solidFill>
            </a:ln>
          </p:spPr>
        </p:pic>
        <p:pic>
          <p:nvPicPr>
            <p:cNvPr id="18" name="Picture 17">
              <a:hlinkClick r:id="rId14"/>
              <a:extLst>
                <a:ext uri="{FF2B5EF4-FFF2-40B4-BE49-F238E27FC236}">
                  <a16:creationId xmlns:a16="http://schemas.microsoft.com/office/drawing/2014/main" id="{55679AC9-828E-26B9-8BA5-EB55C80AF8BA}"/>
                </a:ext>
              </a:extLst>
            </p:cNvPr>
            <p:cNvPicPr>
              <a:picLocks noChangeAspect="1"/>
            </p:cNvPicPr>
            <p:nvPr userDrawn="1"/>
          </p:nvPicPr>
          <p:blipFill rotWithShape="1">
            <a:blip r:embed="rId15" cstate="screen">
              <a:lum bright="70000" contrast="-70000"/>
              <a:extLst>
                <a:ext uri="{BEBA8EAE-BF5A-486C-A8C5-ECC9F3942E4B}">
                  <a14:imgProps xmlns:a14="http://schemas.microsoft.com/office/drawing/2010/main">
                    <a14:imgLayer r:embed="rId16">
                      <a14:imgEffect>
                        <a14:artisticPhotocopy/>
                      </a14:imgEffect>
                    </a14:imgLayer>
                  </a14:imgProps>
                </a:ext>
                <a:ext uri="{28A0092B-C50C-407E-A947-70E740481C1C}">
                  <a14:useLocalDpi xmlns:a14="http://schemas.microsoft.com/office/drawing/2010/main"/>
                </a:ext>
              </a:extLst>
            </a:blip>
            <a:srcRect l="-16187" t="-16601" r="-17015" b="-16601"/>
            <a:stretch>
              <a:fillRect/>
            </a:stretch>
          </p:blipFill>
          <p:spPr>
            <a:xfrm>
              <a:off x="9309263" y="5569004"/>
              <a:ext cx="335280" cy="335280"/>
            </a:xfrm>
            <a:prstGeom prst="ellipse">
              <a:avLst/>
            </a:prstGeom>
            <a:ln>
              <a:solidFill>
                <a:schemeClr val="bg1"/>
              </a:solidFill>
            </a:ln>
          </p:spPr>
        </p:pic>
      </p:grpSp>
      <p:sp>
        <p:nvSpPr>
          <p:cNvPr id="3" name="Rectangle 2">
            <a:extLst>
              <a:ext uri="{FF2B5EF4-FFF2-40B4-BE49-F238E27FC236}">
                <a16:creationId xmlns:a16="http://schemas.microsoft.com/office/drawing/2014/main" id="{1155318A-338B-B8C0-FF10-912D1F195A64}"/>
              </a:ext>
            </a:extLst>
          </p:cNvPr>
          <p:cNvSpPr/>
          <p:nvPr userDrawn="1"/>
        </p:nvSpPr>
        <p:spPr>
          <a:xfrm>
            <a:off x="8904288" y="6053226"/>
            <a:ext cx="2879725" cy="400110"/>
          </a:xfrm>
          <a:prstGeom prst="rect">
            <a:avLst/>
          </a:prstGeom>
        </p:spPr>
        <p:txBody>
          <a:bodyPr wrap="square" lIns="0" tIns="0" rIns="0" bIns="0" anchor="b" anchorCtr="0">
            <a:spAutoFit/>
          </a:bodyPr>
          <a:lstStyle/>
          <a:p>
            <a:pPr>
              <a:spcAft>
                <a:spcPts val="600"/>
              </a:spcAft>
            </a:pPr>
            <a:r>
              <a:rPr lang="en-US" sz="700" b="0" i="0" noProof="0">
                <a:solidFill>
                  <a:schemeClr val="bg1"/>
                </a:solidFill>
                <a:latin typeface="+mn-lt"/>
                <a:cs typeface="Arial"/>
              </a:rPr>
              <a:t>This presentation contains information that may be privileged or confidential and is the property of the Capgemini Group.</a:t>
            </a:r>
          </a:p>
          <a:p>
            <a:pPr>
              <a:spcAft>
                <a:spcPts val="600"/>
              </a:spcAft>
            </a:pPr>
            <a:r>
              <a:rPr lang="en-US" sz="700" b="0" i="0" noProof="0">
                <a:solidFill>
                  <a:schemeClr val="bg1"/>
                </a:solidFill>
                <a:latin typeface="+mn-lt"/>
                <a:cs typeface="Arial"/>
              </a:rPr>
              <a:t>Copyright © 2026 Capgemini. All rights reserved.</a:t>
            </a:r>
          </a:p>
        </p:txBody>
      </p:sp>
      <p:sp>
        <p:nvSpPr>
          <p:cNvPr id="4" name="Rectangle 3">
            <a:extLst>
              <a:ext uri="{FF2B5EF4-FFF2-40B4-BE49-F238E27FC236}">
                <a16:creationId xmlns:a16="http://schemas.microsoft.com/office/drawing/2014/main" id="{B1DCB544-C864-D4C7-146D-83B61717B1E6}"/>
              </a:ext>
            </a:extLst>
          </p:cNvPr>
          <p:cNvSpPr/>
          <p:nvPr userDrawn="1"/>
        </p:nvSpPr>
        <p:spPr>
          <a:xfrm>
            <a:off x="550864" y="1574544"/>
            <a:ext cx="4248471" cy="185445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indent="0" algn="just" defTabSz="914400" rtl="0" eaLnBrk="1" fontAlgn="auto" latinLnBrk="0" hangingPunct="1">
              <a:lnSpc>
                <a:spcPct val="100000"/>
              </a:lnSpc>
              <a:spcBef>
                <a:spcPts val="0"/>
              </a:spcBef>
              <a:spcAft>
                <a:spcPts val="1200"/>
              </a:spcAft>
              <a:buClrTx/>
              <a:buSzTx/>
              <a:buFontTx/>
              <a:buNone/>
              <a:tabLst/>
              <a:defRPr/>
            </a:pPr>
            <a:r>
              <a:rPr kumimoji="0" lang="en-US" sz="1400" b="0" i="0" u="none" strike="noStrike" kern="1200" cap="none" spc="0" normalizeH="0" baseline="0" noProof="0">
                <a:ln>
                  <a:noFill/>
                </a:ln>
                <a:solidFill>
                  <a:schemeClr val="tx1"/>
                </a:solidFill>
                <a:effectLst/>
                <a:uLnTx/>
                <a:uFillTx/>
                <a:latin typeface="+mn-lt"/>
                <a:ea typeface="+mn-ea"/>
                <a:cs typeface="+mn-cs"/>
              </a:rPr>
              <a:t>About Capgemini</a:t>
            </a:r>
          </a:p>
          <a:p>
            <a:pPr marL="0" marR="0" lvl="0" indent="0" algn="just" defTabSz="914400" rtl="0" eaLnBrk="1" fontAlgn="auto" latinLnBrk="0" hangingPunct="1">
              <a:lnSpc>
                <a:spcPct val="100000"/>
              </a:lnSpc>
              <a:spcBef>
                <a:spcPts val="0"/>
              </a:spcBef>
              <a:spcAft>
                <a:spcPts val="0"/>
              </a:spcAft>
              <a:buClrTx/>
              <a:buSzTx/>
              <a:buFontTx/>
              <a:buNone/>
              <a:tabLst/>
              <a:defRPr/>
            </a:pPr>
            <a:r>
              <a:rPr lang="en-US" sz="900">
                <a:solidFill>
                  <a:schemeClr val="tx1"/>
                </a:solidFill>
              </a:rPr>
              <a:t>Capgemini is an AI-powered global business and technology transformation partner, delivering tangible business value. We imagine the future of organizations and make it real with AI, technology and people. With our strong heritage of nearly 60 years, we are a responsible and diverse group of 420,000 team members in more than 50 countries. We deliver end-to-end services and solutions with our deep industry expertise and strong partner ecosystem, leveraging our capabilities across strategy, technology, design, engineering and business operations. The Group reported 2024 global revenues of €22.1 billion.</a:t>
            </a:r>
          </a:p>
        </p:txBody>
      </p:sp>
    </p:spTree>
    <p:extLst>
      <p:ext uri="{BB962C8B-B14F-4D97-AF65-F5344CB8AC3E}">
        <p14:creationId xmlns:p14="http://schemas.microsoft.com/office/powerpoint/2010/main" val="336297466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Title Only">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350D4F91-45C7-417B-8E2B-E8F582B53B82}"/>
              </a:ext>
            </a:extLst>
          </p:cNvPr>
          <p:cNvSpPr>
            <a:spLocks noGrp="1"/>
          </p:cNvSpPr>
          <p:nvPr>
            <p:ph type="title"/>
          </p:nvPr>
        </p:nvSpPr>
        <p:spPr/>
        <p:txBody>
          <a:bodyPr/>
          <a:lstStyle/>
          <a:p>
            <a:r>
              <a:rPr lang="en-US"/>
              <a:t>Click to edit Master title style</a:t>
            </a:r>
          </a:p>
        </p:txBody>
      </p:sp>
      <p:sp>
        <p:nvSpPr>
          <p:cNvPr id="2" name="Date Placeholder 1">
            <a:extLst>
              <a:ext uri="{FF2B5EF4-FFF2-40B4-BE49-F238E27FC236}">
                <a16:creationId xmlns:a16="http://schemas.microsoft.com/office/drawing/2014/main" id="{2833D816-5C9E-2A40-9E78-51ECB313D899}"/>
              </a:ext>
            </a:extLst>
          </p:cNvPr>
          <p:cNvSpPr>
            <a:spLocks noGrp="1"/>
          </p:cNvSpPr>
          <p:nvPr>
            <p:ph type="dt" sz="half" idx="10"/>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3" name="Footer Placeholder 2">
            <a:extLst>
              <a:ext uri="{FF2B5EF4-FFF2-40B4-BE49-F238E27FC236}">
                <a16:creationId xmlns:a16="http://schemas.microsoft.com/office/drawing/2014/main" id="{794E6C65-0D28-CB57-A2B5-21758711DFE7}"/>
              </a:ext>
            </a:extLst>
          </p:cNvPr>
          <p:cNvSpPr>
            <a:spLocks noGrp="1"/>
          </p:cNvSpPr>
          <p:nvPr>
            <p:ph type="ftr" sz="quarter" idx="11"/>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17755223-45C2-7E94-C304-676F000A4EE4}"/>
              </a:ext>
            </a:extLst>
          </p:cNvPr>
          <p:cNvSpPr>
            <a:spLocks noGrp="1"/>
          </p:cNvSpPr>
          <p:nvPr>
            <p:ph type="sldNum" sz="quarter" idx="12"/>
          </p:nvPr>
        </p:nvSpPr>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2076939046"/>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image" Target="../media/image1.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theme" Target="../theme/theme1.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8" name="GRID" hidden="1">
            <a:extLst>
              <a:ext uri="{FF2B5EF4-FFF2-40B4-BE49-F238E27FC236}">
                <a16:creationId xmlns:a16="http://schemas.microsoft.com/office/drawing/2014/main" id="{4C453AFD-72EA-BCED-EF09-6E1F49029575}"/>
              </a:ext>
            </a:extLst>
          </p:cNvPr>
          <p:cNvPicPr>
            <a:picLocks noGrp="1" noRot="1" noChangeAspect="1" noMove="1" noResize="1" noEditPoints="1" noAdjustHandles="1" noChangeArrowheads="1" noChangeShapeType="1" noCrop="1"/>
          </p:cNvPicPr>
          <p:nvPr userDrawn="1"/>
        </p:nvPicPr>
        <p:blipFill>
          <a:blip r:embed="rId36">
            <a:extLst>
              <a:ext uri="{28A0092B-C50C-407E-A947-70E740481C1C}">
                <a14:useLocalDpi xmlns:a14="http://schemas.microsoft.com/office/drawing/2010/main"/>
              </a:ext>
            </a:extLst>
          </a:blip>
          <a:stretch>
            <a:fillRect/>
          </a:stretch>
        </p:blipFill>
        <p:spPr>
          <a:xfrm>
            <a:off x="550863" y="560562"/>
            <a:ext cx="11089753" cy="5748164"/>
          </a:xfrm>
          <a:prstGeom prst="rect">
            <a:avLst/>
          </a:prstGeom>
        </p:spPr>
      </p:pic>
      <p:sp>
        <p:nvSpPr>
          <p:cNvPr id="35" name="Date Placeholder 34">
            <a:extLst>
              <a:ext uri="{FF2B5EF4-FFF2-40B4-BE49-F238E27FC236}">
                <a16:creationId xmlns:a16="http://schemas.microsoft.com/office/drawing/2014/main" id="{9E7A3BD3-DDA4-42A3-B05C-F6E4E51D9B78}"/>
              </a:ext>
            </a:extLst>
          </p:cNvPr>
          <p:cNvSpPr>
            <a:spLocks noGrp="1"/>
          </p:cNvSpPr>
          <p:nvPr>
            <p:ph type="dt" sz="half" idx="2"/>
          </p:nvPr>
        </p:nvSpPr>
        <p:spPr>
          <a:xfrm>
            <a:off x="9809927" y="6650661"/>
            <a:ext cx="1831210" cy="123111"/>
          </a:xfrm>
          <a:prstGeom prst="rect">
            <a:avLst/>
          </a:prstGeom>
        </p:spPr>
        <p:txBody>
          <a:bodyPr wrap="none" lIns="0" tIns="0" rIns="0" bIns="0" anchor="ctr" anchorCtr="0">
            <a:noAutofit/>
          </a:bodyPr>
          <a:lstStyle>
            <a:lvl1pPr algn="r">
              <a:defRPr lang="de-DE" sz="800" smtClean="0">
                <a:solidFill>
                  <a:schemeClr val="bg1">
                    <a:lumMod val="65000"/>
                  </a:schemeClr>
                </a:solidFill>
                <a:latin typeface="+mn-lt"/>
              </a:defRPr>
            </a:lvl1pPr>
          </a:lstStyle>
          <a:p>
            <a:pPr>
              <a:spcBef>
                <a:spcPts val="1000"/>
              </a:spcBef>
            </a:pPr>
            <a:r>
              <a:rPr lang="en-US" kern="0">
                <a:solidFill>
                  <a:srgbClr val="FFFFFF">
                    <a:lumMod val="65000"/>
                  </a:srgbClr>
                </a:solidFill>
              </a:rPr>
              <a:t>Company Confidential © Capgemini 2026. All rights reserved.</a:t>
            </a:r>
            <a:endParaRPr lang="en-US"/>
          </a:p>
        </p:txBody>
      </p:sp>
      <p:sp>
        <p:nvSpPr>
          <p:cNvPr id="38" name="Slide Number Placeholder 37">
            <a:extLst>
              <a:ext uri="{FF2B5EF4-FFF2-40B4-BE49-F238E27FC236}">
                <a16:creationId xmlns:a16="http://schemas.microsoft.com/office/drawing/2014/main" id="{7AB8C2A9-4C2D-43C3-9F07-0C825FF51364}"/>
              </a:ext>
            </a:extLst>
          </p:cNvPr>
          <p:cNvSpPr>
            <a:spLocks noGrp="1"/>
          </p:cNvSpPr>
          <p:nvPr>
            <p:ph type="sldNum" sz="quarter" idx="4"/>
          </p:nvPr>
        </p:nvSpPr>
        <p:spPr>
          <a:xfrm>
            <a:off x="11778341" y="6650661"/>
            <a:ext cx="232665" cy="123111"/>
          </a:xfrm>
          <a:prstGeom prst="rect">
            <a:avLst/>
          </a:prstGeom>
        </p:spPr>
        <p:txBody>
          <a:bodyPr wrap="square" lIns="0" tIns="0" rIns="0" bIns="0" anchor="ctr" anchorCtr="0">
            <a:spAutoFit/>
          </a:bodyPr>
          <a:lstStyle>
            <a:lvl1pPr>
              <a:defRPr lang="de-DE" sz="800" b="0" i="0" smtClean="0">
                <a:solidFill>
                  <a:schemeClr val="bg1">
                    <a:lumMod val="65000"/>
                  </a:schemeClr>
                </a:solidFill>
                <a:latin typeface="+mn-lt"/>
                <a:cs typeface="Arial" panose="020B0604020202020204" pitchFamily="34" charset="0"/>
              </a:defRPr>
            </a:lvl1pPr>
          </a:lstStyle>
          <a:p>
            <a:pPr algn="r"/>
            <a:fld id="{5D9A5160-6218-4E5A-B9E6-B93E3DAE377C}" type="slidenum">
              <a:rPr lang="en-US" smtClean="0"/>
              <a:pPr algn="r"/>
              <a:t>‹#›</a:t>
            </a:fld>
            <a:endParaRPr lang="en-US"/>
          </a:p>
        </p:txBody>
      </p:sp>
      <p:sp>
        <p:nvSpPr>
          <p:cNvPr id="5" name="Title Placeholder 4">
            <a:extLst>
              <a:ext uri="{FF2B5EF4-FFF2-40B4-BE49-F238E27FC236}">
                <a16:creationId xmlns:a16="http://schemas.microsoft.com/office/drawing/2014/main" id="{D28F27D4-FFE2-4FAB-BA1B-9D013846C4B7}"/>
              </a:ext>
            </a:extLst>
          </p:cNvPr>
          <p:cNvSpPr>
            <a:spLocks noGrp="1"/>
          </p:cNvSpPr>
          <p:nvPr>
            <p:ph type="title"/>
          </p:nvPr>
        </p:nvSpPr>
        <p:spPr>
          <a:xfrm>
            <a:off x="551384" y="549274"/>
            <a:ext cx="11090938" cy="930372"/>
          </a:xfrm>
          <a:prstGeom prst="rect">
            <a:avLst/>
          </a:prstGeom>
        </p:spPr>
        <p:txBody>
          <a:bodyPr vert="horz" lIns="0" tIns="0" rIns="0" bIns="126000" rtlCol="0" anchor="b" anchorCtr="0">
            <a:noAutofit/>
          </a:bodyPr>
          <a:lstStyle/>
          <a:p>
            <a:pPr lvl="0"/>
            <a:r>
              <a:rPr lang="en-US"/>
              <a:t>Click to edit Master title style</a:t>
            </a:r>
            <a:endParaRPr lang="de-DE"/>
          </a:p>
        </p:txBody>
      </p:sp>
      <p:sp>
        <p:nvSpPr>
          <p:cNvPr id="19" name="Footer Placeholder 9">
            <a:extLst>
              <a:ext uri="{FF2B5EF4-FFF2-40B4-BE49-F238E27FC236}">
                <a16:creationId xmlns:a16="http://schemas.microsoft.com/office/drawing/2014/main" id="{D3809B95-B2AA-47A9-8F86-88BF7BDE32FD}"/>
              </a:ext>
            </a:extLst>
          </p:cNvPr>
          <p:cNvSpPr>
            <a:spLocks noGrp="1"/>
          </p:cNvSpPr>
          <p:nvPr>
            <p:ph type="ftr" sz="quarter" idx="3"/>
          </p:nvPr>
        </p:nvSpPr>
        <p:spPr>
          <a:xfrm>
            <a:off x="550863" y="6650661"/>
            <a:ext cx="4716524" cy="123111"/>
          </a:xfrm>
          <a:prstGeom prst="rect">
            <a:avLst/>
          </a:prstGeom>
        </p:spPr>
        <p:txBody>
          <a:bodyPr wrap="none" lIns="0" tIns="0" rIns="0" bIns="0" anchor="ctr" anchorCtr="0">
            <a:noAutofit/>
          </a:bodyPr>
          <a:lstStyle>
            <a:lvl1pPr>
              <a:defRPr lang="de-DE" sz="800">
                <a:solidFill>
                  <a:schemeClr val="bg1">
                    <a:lumMod val="65000"/>
                  </a:schemeClr>
                </a:solidFill>
              </a:defRPr>
            </a:lvl1pPr>
          </a:lstStyle>
          <a:p>
            <a:pPr>
              <a:spcBef>
                <a:spcPts val="1000"/>
              </a:spcBef>
              <a:buFont typeface="Arial" panose="020B0604020202020204" pitchFamily="34" charset="0"/>
              <a:buNone/>
            </a:pPr>
            <a:r>
              <a:rPr lang="en-US"/>
              <a:t>Presentation Title | Author | Date</a:t>
            </a:r>
          </a:p>
        </p:txBody>
      </p:sp>
      <p:sp>
        <p:nvSpPr>
          <p:cNvPr id="20" name="Stickerbox" hidden="1">
            <a:extLst>
              <a:ext uri="{FF2B5EF4-FFF2-40B4-BE49-F238E27FC236}">
                <a16:creationId xmlns:a16="http://schemas.microsoft.com/office/drawing/2014/main" id="{D03A9799-ACDC-4925-8EE1-5C65CCCBD0FA}"/>
              </a:ext>
            </a:extLst>
          </p:cNvPr>
          <p:cNvSpPr>
            <a:spLocks noChangeArrowheads="1"/>
          </p:cNvSpPr>
          <p:nvPr userDrawn="1"/>
        </p:nvSpPr>
        <p:spPr bwMode="gray">
          <a:xfrm>
            <a:off x="11114363" y="1124744"/>
            <a:ext cx="804808" cy="402775"/>
          </a:xfrm>
          <a:prstGeom prst="rect">
            <a:avLst/>
          </a:prstGeom>
          <a:solidFill>
            <a:schemeClr val="accent2"/>
          </a:solidFill>
          <a:ln w="10795">
            <a:noFill/>
            <a:round/>
            <a:headEnd/>
            <a:tailEnd/>
          </a:ln>
          <a:effectLst/>
        </p:spPr>
        <p:txBody>
          <a:bodyPr vert="horz" wrap="none" lIns="108000" tIns="108000" rIns="108000" bIns="108000" anchor="ctr" anchorCtr="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all" spc="0" normalizeH="0" baseline="0" noProof="0">
                <a:ln>
                  <a:noFill/>
                </a:ln>
                <a:solidFill>
                  <a:srgbClr val="FFFFFF">
                    <a:lumMod val="100000"/>
                  </a:srgbClr>
                </a:solidFill>
                <a:effectLst/>
                <a:uLnTx/>
                <a:uFillTx/>
                <a:latin typeface="Ubuntu"/>
                <a:ea typeface="+mn-ea"/>
                <a:cs typeface="+mn-cs"/>
              </a:rPr>
              <a:t>Sticker</a:t>
            </a:r>
          </a:p>
        </p:txBody>
      </p:sp>
      <p:sp>
        <p:nvSpPr>
          <p:cNvPr id="22" name="CapgeminiBox" hidden="1">
            <a:extLst>
              <a:ext uri="{FF2B5EF4-FFF2-40B4-BE49-F238E27FC236}">
                <a16:creationId xmlns:a16="http://schemas.microsoft.com/office/drawing/2014/main" id="{7C293A1E-B461-4AFE-976D-6EE38B2AFEB4}"/>
              </a:ext>
            </a:extLst>
          </p:cNvPr>
          <p:cNvSpPr txBox="1">
            <a:spLocks/>
          </p:cNvSpPr>
          <p:nvPr userDrawn="1"/>
        </p:nvSpPr>
        <p:spPr>
          <a:xfrm>
            <a:off x="9592" y="0"/>
            <a:ext cx="1837661" cy="260350"/>
          </a:xfrm>
          <a:prstGeom prst="rect">
            <a:avLst/>
          </a:prstGeom>
        </p:spPr>
        <p:txBody>
          <a:bodyPr vert="horz" lIns="0" tIns="0" rIns="18000" bIns="0" rtlCol="0">
            <a:normAutofit fontScale="92500"/>
          </a:bodyPr>
          <a:lstStyle>
            <a:lvl1pPr marL="0" indent="0" algn="l" defTabSz="914400" rtl="0" eaLnBrk="1" latinLnBrk="0" hangingPunct="1">
              <a:lnSpc>
                <a:spcPct val="100000"/>
              </a:lnSpc>
              <a:spcBef>
                <a:spcPts val="600"/>
              </a:spcBef>
              <a:buFont typeface="Arial" panose="020B0604020202020204" pitchFamily="34" charset="0"/>
              <a:buNone/>
              <a:defRPr sz="1400" kern="1200">
                <a:solidFill>
                  <a:schemeClr val="tx1"/>
                </a:solidFill>
                <a:latin typeface="+mn-lt"/>
                <a:ea typeface="+mn-ea"/>
                <a:cs typeface="+mn-cs"/>
              </a:defRPr>
            </a:lvl1pPr>
            <a:lvl2pPr marL="180975" indent="-180975" algn="l" defTabSz="914400" rtl="0" eaLnBrk="1" latinLnBrk="0" hangingPunct="1">
              <a:lnSpc>
                <a:spcPct val="100000"/>
              </a:lnSpc>
              <a:spcBef>
                <a:spcPts val="600"/>
              </a:spcBef>
              <a:buClr>
                <a:schemeClr val="tx1"/>
              </a:buClr>
              <a:buFont typeface="Wingdings" panose="05000000000000000000" pitchFamily="2" charset="2"/>
              <a:buChar char="§"/>
              <a:defRPr sz="1400" kern="1200">
                <a:solidFill>
                  <a:schemeClr val="tx1"/>
                </a:solidFill>
                <a:latin typeface="+mn-lt"/>
                <a:ea typeface="+mn-ea"/>
                <a:cs typeface="+mn-cs"/>
              </a:defRPr>
            </a:lvl2pPr>
            <a:lvl3pPr marL="360000" indent="-180000" algn="l" defTabSz="914400" rtl="0" eaLnBrk="1" latinLnBrk="0" hangingPunct="1">
              <a:lnSpc>
                <a:spcPct val="100000"/>
              </a:lnSpc>
              <a:spcBef>
                <a:spcPts val="600"/>
              </a:spcBef>
              <a:buClr>
                <a:schemeClr val="tx1"/>
              </a:buClr>
              <a:buFont typeface="Arial" panose="020B0604020202020204" pitchFamily="34" charset="0"/>
              <a:buChar char="•"/>
              <a:defRPr sz="1400" kern="1200">
                <a:solidFill>
                  <a:schemeClr val="tx1"/>
                </a:solidFill>
                <a:latin typeface="+mn-lt"/>
                <a:ea typeface="+mn-ea"/>
                <a:cs typeface="+mn-cs"/>
              </a:defRPr>
            </a:lvl3pPr>
            <a:lvl4pPr marL="539750" indent="-180000" algn="l" defTabSz="914400" rtl="0" eaLnBrk="1" latinLnBrk="0" hangingPunct="1">
              <a:lnSpc>
                <a:spcPct val="100000"/>
              </a:lnSpc>
              <a:spcBef>
                <a:spcPts val="600"/>
              </a:spcBef>
              <a:buClr>
                <a:schemeClr val="tx1"/>
              </a:buClr>
              <a:buFont typeface="Verdana" panose="020B0604030504040204" pitchFamily="34" charset="0"/>
              <a:buChar char="‒"/>
              <a:tabLst/>
              <a:defRPr sz="1200" kern="1200">
                <a:solidFill>
                  <a:schemeClr val="tx1"/>
                </a:solidFill>
                <a:latin typeface="+mn-lt"/>
                <a:ea typeface="+mn-ea"/>
                <a:cs typeface="+mn-cs"/>
              </a:defRPr>
            </a:lvl4pPr>
            <a:lvl5pPr marL="719138" indent="-180975" algn="l" defTabSz="914400" rtl="0" eaLnBrk="1" latinLnBrk="0" hangingPunct="1">
              <a:lnSpc>
                <a:spcPct val="100000"/>
              </a:lnSpc>
              <a:spcBef>
                <a:spcPts val="600"/>
              </a:spcBef>
              <a:buClr>
                <a:schemeClr val="tx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a:t>Capgemini </a:t>
            </a:r>
            <a:r>
              <a:rPr lang="fr-FR" err="1"/>
              <a:t>Invent</a:t>
            </a:r>
            <a:r>
              <a:rPr lang="fr-FR"/>
              <a:t> v10.0</a:t>
            </a:r>
          </a:p>
        </p:txBody>
      </p:sp>
      <p:sp>
        <p:nvSpPr>
          <p:cNvPr id="29" name="FootnoteAndSource" hidden="1">
            <a:extLst>
              <a:ext uri="{FF2B5EF4-FFF2-40B4-BE49-F238E27FC236}">
                <a16:creationId xmlns:a16="http://schemas.microsoft.com/office/drawing/2014/main" id="{96E9BC24-418C-4CE4-8E81-3AF9AB04DEAA}"/>
              </a:ext>
            </a:extLst>
          </p:cNvPr>
          <p:cNvSpPr txBox="1"/>
          <p:nvPr userDrawn="1"/>
        </p:nvSpPr>
        <p:spPr>
          <a:xfrm>
            <a:off x="545323" y="6304130"/>
            <a:ext cx="11340000" cy="162096"/>
          </a:xfrm>
          <a:prstGeom prst="rect">
            <a:avLst/>
          </a:prstGeom>
          <a:noFill/>
        </p:spPr>
        <p:txBody>
          <a:bodyPr vert="horz" wrap="square" lIns="0" tIns="25400" rIns="0" bIns="25400" rtlCol="0" anchor="b" anchorCtr="0">
            <a:spAutoFit/>
          </a:bodyPr>
          <a:lstStyle>
            <a:defPPr>
              <a:defRPr lang="pt-PT"/>
            </a:defPPr>
            <a:lvl1pPr marL="429768" indent="-429768">
              <a:lnSpc>
                <a:spcPct val="90000"/>
              </a:lnSpc>
              <a:tabLst>
                <a:tab pos="347472" algn="r"/>
              </a:tabLst>
              <a:defRPr sz="800"/>
            </a:lvl1pPr>
          </a:lstStyle>
          <a:p>
            <a:pPr marL="429768" indent="-429768" defTabSz="914400">
              <a:lnSpc>
                <a:spcPct val="90000"/>
              </a:lnSpc>
              <a:tabLst>
                <a:tab pos="347472" algn="r"/>
              </a:tabLst>
            </a:pPr>
            <a:r>
              <a:rPr lang="de-DE" sz="800"/>
              <a:t>	Source:	Source Text</a:t>
            </a:r>
          </a:p>
        </p:txBody>
      </p:sp>
      <p:grpSp>
        <p:nvGrpSpPr>
          <p:cNvPr id="3" name="Group 37">
            <a:extLst>
              <a:ext uri="{FF2B5EF4-FFF2-40B4-BE49-F238E27FC236}">
                <a16:creationId xmlns:a16="http://schemas.microsoft.com/office/drawing/2014/main" id="{9962DC9F-19EF-0160-1ECB-38EA543386E4}"/>
              </a:ext>
            </a:extLst>
          </p:cNvPr>
          <p:cNvGrpSpPr/>
          <p:nvPr userDrawn="1"/>
        </p:nvGrpSpPr>
        <p:grpSpPr>
          <a:xfrm>
            <a:off x="11770322" y="176700"/>
            <a:ext cx="260230" cy="240782"/>
            <a:chOff x="5481638" y="2859088"/>
            <a:chExt cx="1231900" cy="1139825"/>
          </a:xfrm>
          <a:solidFill>
            <a:schemeClr val="tx2"/>
          </a:solidFill>
        </p:grpSpPr>
        <p:sp>
          <p:nvSpPr>
            <p:cNvPr id="6" name="Freeform 320">
              <a:extLst>
                <a:ext uri="{FF2B5EF4-FFF2-40B4-BE49-F238E27FC236}">
                  <a16:creationId xmlns:a16="http://schemas.microsoft.com/office/drawing/2014/main" id="{9EB66FFA-57EA-AE57-615D-D19F28A47239}"/>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7" name="Freeform 321">
              <a:extLst>
                <a:ext uri="{FF2B5EF4-FFF2-40B4-BE49-F238E27FC236}">
                  <a16:creationId xmlns:a16="http://schemas.microsoft.com/office/drawing/2014/main" id="{FF39CD59-7E45-33C5-FA77-E50FFA28B646}"/>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2" name="Text Placeholder 1">
            <a:extLst>
              <a:ext uri="{FF2B5EF4-FFF2-40B4-BE49-F238E27FC236}">
                <a16:creationId xmlns:a16="http://schemas.microsoft.com/office/drawing/2014/main" id="{156439DF-44D6-437D-43F8-6C05612D6564}"/>
              </a:ext>
            </a:extLst>
          </p:cNvPr>
          <p:cNvSpPr>
            <a:spLocks noGrp="1"/>
          </p:cNvSpPr>
          <p:nvPr>
            <p:ph type="body" idx="1"/>
          </p:nvPr>
        </p:nvSpPr>
        <p:spPr>
          <a:xfrm>
            <a:off x="551384" y="1628800"/>
            <a:ext cx="11090938" cy="4668638"/>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Tree>
    <p:extLst>
      <p:ext uri="{BB962C8B-B14F-4D97-AF65-F5344CB8AC3E}">
        <p14:creationId xmlns:p14="http://schemas.microsoft.com/office/powerpoint/2010/main" val="164125630"/>
      </p:ext>
    </p:extLst>
  </p:cSld>
  <p:clrMap bg1="lt1" tx1="dk1" bg2="lt2" tx2="dk2" accent1="accent1" accent2="accent2" accent3="accent3" accent4="accent4" accent5="accent5" accent6="accent6" hlink="hlink" folHlink="folHlink"/>
  <p:sldLayoutIdLst>
    <p:sldLayoutId id="2147483860" r:id="rId1"/>
    <p:sldLayoutId id="2147484008" r:id="rId2"/>
    <p:sldLayoutId id="2147484007" r:id="rId3"/>
    <p:sldLayoutId id="2147483823" r:id="rId4"/>
    <p:sldLayoutId id="2147483826" r:id="rId5"/>
    <p:sldLayoutId id="2147483827" r:id="rId6"/>
    <p:sldLayoutId id="2147483869" r:id="rId7"/>
    <p:sldLayoutId id="2147483829" r:id="rId8"/>
    <p:sldLayoutId id="2147483870" r:id="rId9"/>
    <p:sldLayoutId id="2147483831" r:id="rId10"/>
    <p:sldLayoutId id="2147483871" r:id="rId11"/>
    <p:sldLayoutId id="2147483833" r:id="rId12"/>
    <p:sldLayoutId id="2147483872" r:id="rId13"/>
    <p:sldLayoutId id="2147483835" r:id="rId14"/>
    <p:sldLayoutId id="2147483873" r:id="rId15"/>
    <p:sldLayoutId id="2147483837" r:id="rId16"/>
    <p:sldLayoutId id="2147483874" r:id="rId17"/>
    <p:sldLayoutId id="2147483838" r:id="rId18"/>
    <p:sldLayoutId id="2147483875" r:id="rId19"/>
    <p:sldLayoutId id="2147483840" r:id="rId20"/>
    <p:sldLayoutId id="2147483876" r:id="rId21"/>
    <p:sldLayoutId id="2147483842" r:id="rId22"/>
    <p:sldLayoutId id="2147483877" r:id="rId23"/>
    <p:sldLayoutId id="2147483844" r:id="rId24"/>
    <p:sldLayoutId id="2147483878" r:id="rId25"/>
    <p:sldLayoutId id="2147483845" r:id="rId26"/>
    <p:sldLayoutId id="2147483879" r:id="rId27"/>
    <p:sldLayoutId id="2147483847" r:id="rId28"/>
    <p:sldLayoutId id="2147483880" r:id="rId29"/>
    <p:sldLayoutId id="2147483848" r:id="rId30"/>
    <p:sldLayoutId id="2147483849" r:id="rId31"/>
    <p:sldLayoutId id="2147483858" r:id="rId32"/>
    <p:sldLayoutId id="2147483859" r:id="rId33"/>
    <p:sldLayoutId id="2147484009" r:id="rId34"/>
  </p:sldLayoutIdLst>
  <p:hf hdr="0"/>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de-DE" sz="3200" b="0" i="0" u="none" strike="noStrike" kern="1200" cap="none" spc="0" normalizeH="0" baseline="0" noProof="0" dirty="0">
          <a:ln>
            <a:noFill/>
          </a:ln>
          <a:solidFill>
            <a:schemeClr val="tx1"/>
          </a:solidFill>
          <a:effectLst/>
          <a:uLnTx/>
          <a:uFillTx/>
          <a:latin typeface="+mj-lt"/>
          <a:ea typeface="+mj-ea"/>
          <a:cs typeface="+mj-cs"/>
        </a:defRPr>
      </a:lvl1pPr>
    </p:titleStyle>
    <p:bodyStyle>
      <a:lvl1pPr marL="0" marR="0"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sz="1400" kern="1200">
          <a:solidFill>
            <a:schemeClr val="tx1"/>
          </a:solidFill>
          <a:latin typeface="+mn-lt"/>
          <a:ea typeface="+mn-ea"/>
          <a:cs typeface="+mn-cs"/>
        </a:defRPr>
      </a:lvl1pPr>
      <a:lvl2pPr marL="180975" indent="-180975" algn="l" defTabSz="914400" rtl="0" eaLnBrk="1" latinLnBrk="0" hangingPunct="1">
        <a:lnSpc>
          <a:spcPct val="100000"/>
        </a:lnSpc>
        <a:spcBef>
          <a:spcPts val="600"/>
        </a:spcBef>
        <a:buClr>
          <a:schemeClr val="tx2"/>
        </a:buClr>
        <a:buFont typeface="Arial" panose="020B0604020202020204" pitchFamily="34" charset="0"/>
        <a:buChar char="•"/>
        <a:defRPr sz="1400" kern="1200">
          <a:solidFill>
            <a:schemeClr val="tx1"/>
          </a:solidFill>
          <a:latin typeface="+mn-lt"/>
          <a:ea typeface="+mn-ea"/>
          <a:cs typeface="+mn-cs"/>
        </a:defRPr>
      </a:lvl2pPr>
      <a:lvl3pPr marL="360000" indent="-180000" algn="l" defTabSz="914400" rtl="0" eaLnBrk="1" latinLnBrk="0" hangingPunct="1">
        <a:lnSpc>
          <a:spcPct val="100000"/>
        </a:lnSpc>
        <a:spcBef>
          <a:spcPts val="600"/>
        </a:spcBef>
        <a:buClr>
          <a:schemeClr val="tx2"/>
        </a:buClr>
        <a:buFont typeface="System Font Regular"/>
        <a:buChar char="-"/>
        <a:defRPr sz="1400" kern="1200">
          <a:solidFill>
            <a:schemeClr val="tx1"/>
          </a:solidFill>
          <a:latin typeface="+mn-lt"/>
          <a:ea typeface="+mn-ea"/>
          <a:cs typeface="+mn-cs"/>
        </a:defRPr>
      </a:lvl3pPr>
      <a:lvl4pPr marL="539750" indent="-180000" algn="l" defTabSz="914400" rtl="0" eaLnBrk="1" latinLnBrk="0" hangingPunct="1">
        <a:lnSpc>
          <a:spcPct val="100000"/>
        </a:lnSpc>
        <a:spcBef>
          <a:spcPts val="600"/>
        </a:spcBef>
        <a:buClr>
          <a:schemeClr val="accent2"/>
        </a:buClr>
        <a:buFont typeface="Arial" panose="020B0604020202020204" pitchFamily="34" charset="0"/>
        <a:buChar char="•"/>
        <a:tabLst/>
        <a:defRPr sz="1400" kern="1200">
          <a:solidFill>
            <a:schemeClr val="tx1"/>
          </a:solidFill>
          <a:latin typeface="+mn-lt"/>
          <a:ea typeface="+mn-ea"/>
          <a:cs typeface="+mn-cs"/>
        </a:defRPr>
      </a:lvl4pPr>
      <a:lvl5pPr marL="719138" indent="-180975" algn="l" defTabSz="914400" rtl="0" eaLnBrk="1" latinLnBrk="0" hangingPunct="1">
        <a:lnSpc>
          <a:spcPct val="100000"/>
        </a:lnSpc>
        <a:spcBef>
          <a:spcPts val="600"/>
        </a:spcBef>
        <a:buClr>
          <a:schemeClr val="tx2"/>
        </a:buClr>
        <a:buFont typeface="System Font Regular"/>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8" orient="horz" pos="709">
          <p15:clr>
            <a:srgbClr val="F26B43"/>
          </p15:clr>
        </p15:guide>
        <p15:guide id="19" orient="horz" pos="4065">
          <p15:clr>
            <a:srgbClr val="F26B43"/>
          </p15:clr>
        </p15:guide>
        <p15:guide id="20" pos="347">
          <p15:clr>
            <a:srgbClr val="F26B43"/>
          </p15:clr>
        </p15:guide>
        <p15:guide id="21" pos="3840">
          <p15:clr>
            <a:srgbClr val="F26B43"/>
          </p15:clr>
        </p15:guide>
        <p15:guide id="22" pos="7333">
          <p15:clr>
            <a:srgbClr val="F26B43"/>
          </p15:clr>
        </p15:guide>
        <p15:guide id="23" orient="horz" pos="164">
          <p15:clr>
            <a:srgbClr val="F26B43"/>
          </p15:clr>
        </p15:guide>
        <p15:guide id="24" orient="horz" pos="1026">
          <p15:clr>
            <a:srgbClr val="F26B43"/>
          </p15:clr>
        </p15:guide>
        <p15:guide id="25" orient="horz" pos="346">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8" Type="http://schemas.openxmlformats.org/officeDocument/2006/relationships/image" Target="../media/image20.svg"/><Relationship Id="rId3" Type="http://schemas.openxmlformats.org/officeDocument/2006/relationships/image" Target="../media/image15.svg"/><Relationship Id="rId7" Type="http://schemas.openxmlformats.org/officeDocument/2006/relationships/image" Target="../media/image19.svg"/><Relationship Id="rId2" Type="http://schemas.openxmlformats.org/officeDocument/2006/relationships/image" Target="../media/image14.svg"/><Relationship Id="rId1" Type="http://schemas.openxmlformats.org/officeDocument/2006/relationships/slideLayout" Target="../slideLayouts/slideLayout3.xml"/><Relationship Id="rId6" Type="http://schemas.openxmlformats.org/officeDocument/2006/relationships/image" Target="../media/image18.svg"/><Relationship Id="rId11" Type="http://schemas.openxmlformats.org/officeDocument/2006/relationships/image" Target="../media/image23.svg"/><Relationship Id="rId5" Type="http://schemas.openxmlformats.org/officeDocument/2006/relationships/image" Target="../media/image17.svg"/><Relationship Id="rId10" Type="http://schemas.openxmlformats.org/officeDocument/2006/relationships/image" Target="../media/image22.svg"/><Relationship Id="rId4" Type="http://schemas.openxmlformats.org/officeDocument/2006/relationships/image" Target="../media/image16.svg"/><Relationship Id="rId9" Type="http://schemas.openxmlformats.org/officeDocument/2006/relationships/image" Target="../media/image21.svg"/></Relationships>
</file>

<file path=ppt/slides/_rels/slide3.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image" Target="../media/image24.png"/><Relationship Id="rId1" Type="http://schemas.openxmlformats.org/officeDocument/2006/relationships/slideLayout" Target="../slideLayouts/slideLayout3.xml"/><Relationship Id="rId4" Type="http://schemas.openxmlformats.org/officeDocument/2006/relationships/image" Target="../media/image25.png"/></Relationships>
</file>

<file path=ppt/slides/_rels/slide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C9808D-C88D-B03B-32CF-D2C42857AA53}"/>
            </a:ext>
          </a:extLst>
        </p:cNvPr>
        <p:cNvGrpSpPr/>
        <p:nvPr/>
      </p:nvGrpSpPr>
      <p:grpSpPr>
        <a:xfrm>
          <a:off x="0" y="0"/>
          <a:ext cx="0" cy="0"/>
          <a:chOff x="0" y="0"/>
          <a:chExt cx="0" cy="0"/>
        </a:xfrm>
      </p:grpSpPr>
      <p:sp>
        <p:nvSpPr>
          <p:cNvPr id="28" name="Date Placeholder 27">
            <a:extLst>
              <a:ext uri="{FF2B5EF4-FFF2-40B4-BE49-F238E27FC236}">
                <a16:creationId xmlns:a16="http://schemas.microsoft.com/office/drawing/2014/main" id="{7B068F88-BA31-177A-C2B5-1585FE35BD48}"/>
              </a:ext>
            </a:extLst>
          </p:cNvPr>
          <p:cNvSpPr>
            <a:spLocks noGrp="1"/>
          </p:cNvSpPr>
          <p:nvPr>
            <p:ph type="dt" sz="half" idx="10"/>
          </p:nvPr>
        </p:nvSpPr>
        <p:spPr/>
        <p:txBody>
          <a:bodyPr/>
          <a:lstStyle/>
          <a:p>
            <a:r>
              <a:rPr lang="en-US"/>
              <a:t>Company Confidential © Capgemini 2026. All rights reserved.</a:t>
            </a:r>
          </a:p>
        </p:txBody>
      </p:sp>
      <p:sp>
        <p:nvSpPr>
          <p:cNvPr id="29" name="Footer Placeholder 28">
            <a:extLst>
              <a:ext uri="{FF2B5EF4-FFF2-40B4-BE49-F238E27FC236}">
                <a16:creationId xmlns:a16="http://schemas.microsoft.com/office/drawing/2014/main" id="{0CAC0EBB-B542-A534-D976-2952B8491909}"/>
              </a:ext>
            </a:extLst>
          </p:cNvPr>
          <p:cNvSpPr>
            <a:spLocks noGrp="1"/>
          </p:cNvSpPr>
          <p:nvPr>
            <p:ph type="ftr" sz="quarter" idx="11"/>
          </p:nvPr>
        </p:nvSpPr>
        <p:spPr/>
        <p:txBody>
          <a:bodyPr/>
          <a:lstStyle/>
          <a:p>
            <a:r>
              <a:rPr lang="en-US"/>
              <a:t>Presentation Title | Author | Date</a:t>
            </a:r>
          </a:p>
        </p:txBody>
      </p:sp>
      <p:sp>
        <p:nvSpPr>
          <p:cNvPr id="30" name="Slide Number Placeholder 29">
            <a:extLst>
              <a:ext uri="{FF2B5EF4-FFF2-40B4-BE49-F238E27FC236}">
                <a16:creationId xmlns:a16="http://schemas.microsoft.com/office/drawing/2014/main" id="{56898325-CF5F-AF54-57A9-F3AA68779192}"/>
              </a:ext>
            </a:extLst>
          </p:cNvPr>
          <p:cNvSpPr>
            <a:spLocks noGrp="1"/>
          </p:cNvSpPr>
          <p:nvPr>
            <p:ph type="sldNum" sz="quarter" idx="12"/>
          </p:nvPr>
        </p:nvSpPr>
        <p:spPr/>
        <p:txBody>
          <a:bodyPr/>
          <a:lstStyle/>
          <a:p>
            <a:fld id="{5D9A5160-6218-4E5A-B9E6-B93E3DAE377C}" type="slidenum">
              <a:rPr lang="en-US" smtClean="0"/>
              <a:pPr/>
              <a:t>1</a:t>
            </a:fld>
            <a:endParaRPr lang="en-US"/>
          </a:p>
        </p:txBody>
      </p:sp>
      <p:sp>
        <p:nvSpPr>
          <p:cNvPr id="5" name="TextBox 4">
            <a:extLst>
              <a:ext uri="{FF2B5EF4-FFF2-40B4-BE49-F238E27FC236}">
                <a16:creationId xmlns:a16="http://schemas.microsoft.com/office/drawing/2014/main" id="{0061D679-1850-B0B6-001D-E2E7ADB4F8E3}"/>
              </a:ext>
            </a:extLst>
          </p:cNvPr>
          <p:cNvSpPr txBox="1"/>
          <p:nvPr/>
        </p:nvSpPr>
        <p:spPr>
          <a:xfrm>
            <a:off x="389687" y="1312382"/>
            <a:ext cx="2932462" cy="2136510"/>
          </a:xfrm>
          <a:prstGeom prst="rect">
            <a:avLst/>
          </a:prstGeom>
          <a:noFill/>
        </p:spPr>
        <p:txBody>
          <a:bodyPr vert="horz" wrap="square" lIns="90000" tIns="46800" rIns="90000" bIns="46800" rtlCol="0" anchor="t">
            <a:noAutofit/>
          </a:bodyPr>
          <a:lstStyle/>
          <a:p>
            <a:pPr>
              <a:spcBef>
                <a:spcPct val="0"/>
              </a:spcBef>
            </a:pPr>
            <a:r>
              <a:rPr lang="en-GB" sz="1000">
                <a:solidFill>
                  <a:schemeClr val="bg1"/>
                </a:solidFill>
              </a:rPr>
              <a:t>An AI‑driven platform that transforms maintenance from a reactive “check and fix” activity into a predictive, guided workflow. It continuously monitors real‑time equipment data, usage logs, and system signals to identify deviations early, orchestrate compliant maintenance actions, and support consistent execution through validated SOP‑based guidance and audit‑ready outputs. </a:t>
            </a:r>
            <a:endParaRPr lang="en-US" sz="1000">
              <a:solidFill>
                <a:schemeClr val="bg1"/>
              </a:solidFill>
            </a:endParaRPr>
          </a:p>
        </p:txBody>
      </p:sp>
      <p:sp>
        <p:nvSpPr>
          <p:cNvPr id="7" name="Rounded Rectangle 6">
            <a:extLst>
              <a:ext uri="{FF2B5EF4-FFF2-40B4-BE49-F238E27FC236}">
                <a16:creationId xmlns:a16="http://schemas.microsoft.com/office/drawing/2014/main" id="{3EF55D29-D549-A161-BAC6-AF540E6AF3A6}"/>
              </a:ext>
            </a:extLst>
          </p:cNvPr>
          <p:cNvSpPr/>
          <p:nvPr/>
        </p:nvSpPr>
        <p:spPr>
          <a:xfrm>
            <a:off x="3657600" y="152400"/>
            <a:ext cx="5732370" cy="3810000"/>
          </a:xfrm>
          <a:prstGeom prst="roundRect">
            <a:avLst>
              <a:gd name="adj" fmla="val 5069"/>
            </a:avLst>
          </a:prstGeom>
          <a:solidFill>
            <a:schemeClr val="bg1">
              <a:lumMod val="95000"/>
            </a:schemeClr>
          </a:solidFill>
          <a:ln w="9525">
            <a:noFill/>
            <a:prstDash val="solid"/>
          </a:ln>
          <a:effectLst>
            <a:outerShdw blurRad="50800" dist="25400" dir="96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bg1"/>
              </a:solidFill>
            </a:endParaRPr>
          </a:p>
        </p:txBody>
      </p:sp>
      <p:sp>
        <p:nvSpPr>
          <p:cNvPr id="11" name="Rectangle 10">
            <a:extLst>
              <a:ext uri="{FF2B5EF4-FFF2-40B4-BE49-F238E27FC236}">
                <a16:creationId xmlns:a16="http://schemas.microsoft.com/office/drawing/2014/main" id="{33711452-3C0B-5481-1F97-7044EA76F04A}"/>
              </a:ext>
            </a:extLst>
          </p:cNvPr>
          <p:cNvSpPr/>
          <p:nvPr/>
        </p:nvSpPr>
        <p:spPr>
          <a:xfrm>
            <a:off x="3657600" y="396690"/>
            <a:ext cx="5486400" cy="219990"/>
          </a:xfrm>
          <a:prstGeom prst="rect">
            <a:avLst/>
          </a:prstGeom>
          <a:gradFill flip="none" rotWithShape="1">
            <a:gsLst>
              <a:gs pos="0">
                <a:schemeClr val="bg1">
                  <a:lumMod val="95000"/>
                </a:schemeClr>
              </a:gs>
              <a:gs pos="74000">
                <a:schemeClr val="accent1">
                  <a:lumMod val="45000"/>
                  <a:lumOff val="55000"/>
                </a:schemeClr>
              </a:gs>
              <a:gs pos="83000">
                <a:schemeClr val="accent1">
                  <a:lumMod val="60000"/>
                  <a:lumOff val="40000"/>
                </a:schemeClr>
              </a:gs>
              <a:gs pos="100000">
                <a:schemeClr val="tx2"/>
              </a:gs>
            </a:gsLst>
            <a:lin ang="10800000" scaled="1"/>
            <a:tileRect/>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13" name="TextBox 12">
            <a:extLst>
              <a:ext uri="{FF2B5EF4-FFF2-40B4-BE49-F238E27FC236}">
                <a16:creationId xmlns:a16="http://schemas.microsoft.com/office/drawing/2014/main" id="{2948CA3B-B98D-E8B9-3B80-B6C20CD6914A}"/>
              </a:ext>
            </a:extLst>
          </p:cNvPr>
          <p:cNvSpPr txBox="1"/>
          <p:nvPr/>
        </p:nvSpPr>
        <p:spPr>
          <a:xfrm>
            <a:off x="3681933" y="374789"/>
            <a:ext cx="585715" cy="263791"/>
          </a:xfrm>
          <a:prstGeom prst="rect">
            <a:avLst/>
          </a:prstGeom>
          <a:noFill/>
        </p:spPr>
        <p:txBody>
          <a:bodyPr vert="horz" wrap="none" lIns="90000" tIns="46800" rIns="90000" bIns="46800" rtlCol="0" anchor="ctr">
            <a:spAutoFit/>
          </a:bodyPr>
          <a:lstStyle/>
          <a:p>
            <a:pPr algn="l">
              <a:spcBef>
                <a:spcPct val="0"/>
              </a:spcBef>
            </a:pPr>
            <a:r>
              <a:rPr lang="en-US" sz="1100">
                <a:solidFill>
                  <a:schemeClr val="bg1"/>
                </a:solidFill>
              </a:rPr>
              <a:t>WHAT</a:t>
            </a:r>
          </a:p>
        </p:txBody>
      </p:sp>
      <p:sp>
        <p:nvSpPr>
          <p:cNvPr id="14" name="Rounded Rectangle 13">
            <a:extLst>
              <a:ext uri="{FF2B5EF4-FFF2-40B4-BE49-F238E27FC236}">
                <a16:creationId xmlns:a16="http://schemas.microsoft.com/office/drawing/2014/main" id="{D34C0E58-2B38-D9D4-F6DD-CA95D28EBBB5}"/>
              </a:ext>
            </a:extLst>
          </p:cNvPr>
          <p:cNvSpPr/>
          <p:nvPr/>
        </p:nvSpPr>
        <p:spPr>
          <a:xfrm>
            <a:off x="9474085" y="152403"/>
            <a:ext cx="2717916" cy="6217517"/>
          </a:xfrm>
          <a:prstGeom prst="roundRect">
            <a:avLst>
              <a:gd name="adj" fmla="val 5069"/>
            </a:avLst>
          </a:prstGeom>
          <a:solidFill>
            <a:schemeClr val="bg1">
              <a:lumMod val="95000"/>
            </a:schemeClr>
          </a:solidFill>
          <a:ln w="9525">
            <a:noFill/>
            <a:prstDash val="solid"/>
          </a:ln>
          <a:effectLst>
            <a:outerShdw blurRad="50800" dist="25400" dir="96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bg1"/>
              </a:solidFill>
            </a:endParaRPr>
          </a:p>
        </p:txBody>
      </p:sp>
      <p:sp>
        <p:nvSpPr>
          <p:cNvPr id="15" name="Rectangle 14">
            <a:extLst>
              <a:ext uri="{FF2B5EF4-FFF2-40B4-BE49-F238E27FC236}">
                <a16:creationId xmlns:a16="http://schemas.microsoft.com/office/drawing/2014/main" id="{AE6A3EFB-E7B0-980A-9BEA-4349A481291A}"/>
              </a:ext>
            </a:extLst>
          </p:cNvPr>
          <p:cNvSpPr/>
          <p:nvPr/>
        </p:nvSpPr>
        <p:spPr>
          <a:xfrm>
            <a:off x="9474084" y="396694"/>
            <a:ext cx="2468880" cy="219990"/>
          </a:xfrm>
          <a:prstGeom prst="rect">
            <a:avLst/>
          </a:prstGeom>
          <a:gradFill flip="none" rotWithShape="1">
            <a:gsLst>
              <a:gs pos="0">
                <a:schemeClr val="bg1">
                  <a:lumMod val="95000"/>
                </a:schemeClr>
              </a:gs>
              <a:gs pos="74000">
                <a:schemeClr val="accent3">
                  <a:lumMod val="50000"/>
                  <a:lumOff val="50000"/>
                </a:schemeClr>
              </a:gs>
              <a:gs pos="83000">
                <a:schemeClr val="accent3">
                  <a:lumMod val="75000"/>
                  <a:lumOff val="25000"/>
                </a:schemeClr>
              </a:gs>
              <a:gs pos="100000">
                <a:schemeClr val="accent3">
                  <a:lumMod val="75000"/>
                  <a:lumOff val="25000"/>
                </a:schemeClr>
              </a:gs>
            </a:gsLst>
            <a:lin ang="10800000" scaled="1"/>
            <a:tileRect/>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16" name="TextBox 15">
            <a:extLst>
              <a:ext uri="{FF2B5EF4-FFF2-40B4-BE49-F238E27FC236}">
                <a16:creationId xmlns:a16="http://schemas.microsoft.com/office/drawing/2014/main" id="{9DCC833A-4C32-72B6-28BE-FFC9FDD37DBE}"/>
              </a:ext>
            </a:extLst>
          </p:cNvPr>
          <p:cNvSpPr txBox="1"/>
          <p:nvPr/>
        </p:nvSpPr>
        <p:spPr>
          <a:xfrm>
            <a:off x="9498824" y="360487"/>
            <a:ext cx="497550" cy="263791"/>
          </a:xfrm>
          <a:prstGeom prst="rect">
            <a:avLst/>
          </a:prstGeom>
          <a:noFill/>
        </p:spPr>
        <p:txBody>
          <a:bodyPr vert="horz" wrap="none" lIns="90000" tIns="46800" rIns="90000" bIns="46800" rtlCol="0" anchor="ctr">
            <a:spAutoFit/>
          </a:bodyPr>
          <a:lstStyle/>
          <a:p>
            <a:pPr algn="l">
              <a:spcBef>
                <a:spcPct val="0"/>
              </a:spcBef>
            </a:pPr>
            <a:r>
              <a:rPr lang="en-US" sz="1100">
                <a:solidFill>
                  <a:schemeClr val="bg1"/>
                </a:solidFill>
              </a:rPr>
              <a:t>WHY</a:t>
            </a:r>
          </a:p>
        </p:txBody>
      </p:sp>
      <p:sp>
        <p:nvSpPr>
          <p:cNvPr id="17" name="Rounded Rectangle 16">
            <a:extLst>
              <a:ext uri="{FF2B5EF4-FFF2-40B4-BE49-F238E27FC236}">
                <a16:creationId xmlns:a16="http://schemas.microsoft.com/office/drawing/2014/main" id="{67809C81-A2BB-0053-E829-1A7A06436F06}"/>
              </a:ext>
            </a:extLst>
          </p:cNvPr>
          <p:cNvSpPr/>
          <p:nvPr/>
        </p:nvSpPr>
        <p:spPr>
          <a:xfrm>
            <a:off x="7490672" y="4025333"/>
            <a:ext cx="1922839" cy="2344588"/>
          </a:xfrm>
          <a:prstGeom prst="roundRect">
            <a:avLst>
              <a:gd name="adj" fmla="val 5069"/>
            </a:avLst>
          </a:prstGeom>
          <a:solidFill>
            <a:schemeClr val="bg1">
              <a:lumMod val="95000"/>
            </a:schemeClr>
          </a:solidFill>
          <a:ln w="9525">
            <a:noFill/>
            <a:prstDash val="solid"/>
          </a:ln>
          <a:effectLst>
            <a:outerShdw blurRad="50800" dist="25400" dir="96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bg1"/>
              </a:solidFill>
            </a:endParaRPr>
          </a:p>
        </p:txBody>
      </p:sp>
      <p:sp>
        <p:nvSpPr>
          <p:cNvPr id="18" name="Rectangle 17">
            <a:extLst>
              <a:ext uri="{FF2B5EF4-FFF2-40B4-BE49-F238E27FC236}">
                <a16:creationId xmlns:a16="http://schemas.microsoft.com/office/drawing/2014/main" id="{BD0C65E4-4EA2-695A-0974-696F98D3C9D6}"/>
              </a:ext>
            </a:extLst>
          </p:cNvPr>
          <p:cNvSpPr/>
          <p:nvPr/>
        </p:nvSpPr>
        <p:spPr>
          <a:xfrm>
            <a:off x="7467600" y="4269623"/>
            <a:ext cx="1737360" cy="219456"/>
          </a:xfrm>
          <a:prstGeom prst="rect">
            <a:avLst/>
          </a:prstGeom>
          <a:gradFill flip="none" rotWithShape="1">
            <a:gsLst>
              <a:gs pos="0">
                <a:schemeClr val="bg1">
                  <a:lumMod val="95000"/>
                </a:schemeClr>
              </a:gs>
              <a:gs pos="74000">
                <a:schemeClr val="accent4"/>
              </a:gs>
              <a:gs pos="83000">
                <a:schemeClr val="accent4">
                  <a:lumMod val="75000"/>
                </a:schemeClr>
              </a:gs>
              <a:gs pos="100000">
                <a:schemeClr val="accent4">
                  <a:lumMod val="75000"/>
                </a:schemeClr>
              </a:gs>
            </a:gsLst>
            <a:lin ang="10800000" scaled="1"/>
            <a:tileRect/>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19" name="TextBox 18">
            <a:extLst>
              <a:ext uri="{FF2B5EF4-FFF2-40B4-BE49-F238E27FC236}">
                <a16:creationId xmlns:a16="http://schemas.microsoft.com/office/drawing/2014/main" id="{45FC420C-7A76-1641-1513-CB1BB17113EC}"/>
              </a:ext>
            </a:extLst>
          </p:cNvPr>
          <p:cNvSpPr txBox="1"/>
          <p:nvPr/>
        </p:nvSpPr>
        <p:spPr>
          <a:xfrm>
            <a:off x="7492340" y="4233416"/>
            <a:ext cx="521594" cy="263791"/>
          </a:xfrm>
          <a:prstGeom prst="rect">
            <a:avLst/>
          </a:prstGeom>
          <a:noFill/>
        </p:spPr>
        <p:txBody>
          <a:bodyPr vert="horz" wrap="none" lIns="90000" tIns="46800" rIns="90000" bIns="46800" rtlCol="0" anchor="ctr">
            <a:spAutoFit/>
          </a:bodyPr>
          <a:lstStyle/>
          <a:p>
            <a:pPr algn="l">
              <a:spcBef>
                <a:spcPct val="0"/>
              </a:spcBef>
            </a:pPr>
            <a:r>
              <a:rPr lang="en-US" sz="1100">
                <a:solidFill>
                  <a:schemeClr val="bg1"/>
                </a:solidFill>
              </a:rPr>
              <a:t>WHO</a:t>
            </a:r>
          </a:p>
        </p:txBody>
      </p:sp>
      <p:sp>
        <p:nvSpPr>
          <p:cNvPr id="20" name="Rounded Rectangle 19">
            <a:extLst>
              <a:ext uri="{FF2B5EF4-FFF2-40B4-BE49-F238E27FC236}">
                <a16:creationId xmlns:a16="http://schemas.microsoft.com/office/drawing/2014/main" id="{75F2B3CD-0104-AC57-AF27-E39485AE5646}"/>
              </a:ext>
            </a:extLst>
          </p:cNvPr>
          <p:cNvSpPr/>
          <p:nvPr/>
        </p:nvSpPr>
        <p:spPr>
          <a:xfrm>
            <a:off x="259148" y="4025333"/>
            <a:ext cx="7122422" cy="2344588"/>
          </a:xfrm>
          <a:prstGeom prst="roundRect">
            <a:avLst>
              <a:gd name="adj" fmla="val 5069"/>
            </a:avLst>
          </a:prstGeom>
          <a:solidFill>
            <a:schemeClr val="bg1">
              <a:lumMod val="95000"/>
            </a:schemeClr>
          </a:solidFill>
          <a:ln w="9525">
            <a:noFill/>
            <a:prstDash val="solid"/>
          </a:ln>
          <a:effectLst>
            <a:outerShdw blurRad="50800" dist="25400" dir="96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bg1"/>
              </a:solidFill>
            </a:endParaRPr>
          </a:p>
        </p:txBody>
      </p:sp>
      <p:sp>
        <p:nvSpPr>
          <p:cNvPr id="21" name="Rectangle 20">
            <a:extLst>
              <a:ext uri="{FF2B5EF4-FFF2-40B4-BE49-F238E27FC236}">
                <a16:creationId xmlns:a16="http://schemas.microsoft.com/office/drawing/2014/main" id="{A6CD3C9A-FACF-2625-5F64-D30C21608F62}"/>
              </a:ext>
            </a:extLst>
          </p:cNvPr>
          <p:cNvSpPr/>
          <p:nvPr/>
        </p:nvSpPr>
        <p:spPr>
          <a:xfrm>
            <a:off x="249250" y="4269623"/>
            <a:ext cx="7132320" cy="219990"/>
          </a:xfrm>
          <a:prstGeom prst="rect">
            <a:avLst/>
          </a:prstGeom>
          <a:gradFill flip="none" rotWithShape="1">
            <a:gsLst>
              <a:gs pos="0">
                <a:schemeClr val="bg1">
                  <a:lumMod val="95000"/>
                </a:schemeClr>
              </a:gs>
              <a:gs pos="74000">
                <a:schemeClr val="accent6"/>
              </a:gs>
              <a:gs pos="83000">
                <a:schemeClr val="accent6">
                  <a:lumMod val="75000"/>
                </a:schemeClr>
              </a:gs>
              <a:gs pos="100000">
                <a:schemeClr val="accent6">
                  <a:lumMod val="75000"/>
                </a:schemeClr>
              </a:gs>
            </a:gsLst>
            <a:lin ang="10800000" scaled="1"/>
            <a:tileRect/>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22" name="TextBox 21">
            <a:extLst>
              <a:ext uri="{FF2B5EF4-FFF2-40B4-BE49-F238E27FC236}">
                <a16:creationId xmlns:a16="http://schemas.microsoft.com/office/drawing/2014/main" id="{FF0B5E9F-09FB-7686-28CC-A8814654849A}"/>
              </a:ext>
            </a:extLst>
          </p:cNvPr>
          <p:cNvSpPr txBox="1"/>
          <p:nvPr/>
        </p:nvSpPr>
        <p:spPr>
          <a:xfrm>
            <a:off x="273990" y="4233416"/>
            <a:ext cx="521594" cy="263791"/>
          </a:xfrm>
          <a:prstGeom prst="rect">
            <a:avLst/>
          </a:prstGeom>
          <a:noFill/>
        </p:spPr>
        <p:txBody>
          <a:bodyPr vert="horz" wrap="none" lIns="90000" tIns="46800" rIns="90000" bIns="46800" rtlCol="0" anchor="ctr">
            <a:spAutoFit/>
          </a:bodyPr>
          <a:lstStyle/>
          <a:p>
            <a:pPr algn="l">
              <a:spcBef>
                <a:spcPct val="0"/>
              </a:spcBef>
            </a:pPr>
            <a:r>
              <a:rPr lang="en-US" sz="1100">
                <a:solidFill>
                  <a:schemeClr val="bg1"/>
                </a:solidFill>
              </a:rPr>
              <a:t>HOW</a:t>
            </a:r>
          </a:p>
        </p:txBody>
      </p:sp>
      <p:grpSp>
        <p:nvGrpSpPr>
          <p:cNvPr id="24" name="Group 37">
            <a:extLst>
              <a:ext uri="{FF2B5EF4-FFF2-40B4-BE49-F238E27FC236}">
                <a16:creationId xmlns:a16="http://schemas.microsoft.com/office/drawing/2014/main" id="{BCBD625D-5987-ABDE-7905-0A34C89EE9D9}"/>
              </a:ext>
            </a:extLst>
          </p:cNvPr>
          <p:cNvGrpSpPr/>
          <p:nvPr/>
        </p:nvGrpSpPr>
        <p:grpSpPr>
          <a:xfrm>
            <a:off x="11770322" y="176700"/>
            <a:ext cx="260230" cy="240782"/>
            <a:chOff x="5481638" y="2859088"/>
            <a:chExt cx="1231900" cy="1139825"/>
          </a:xfrm>
          <a:solidFill>
            <a:schemeClr val="tx2"/>
          </a:solidFill>
        </p:grpSpPr>
        <p:sp>
          <p:nvSpPr>
            <p:cNvPr id="25" name="Freeform 320">
              <a:extLst>
                <a:ext uri="{FF2B5EF4-FFF2-40B4-BE49-F238E27FC236}">
                  <a16:creationId xmlns:a16="http://schemas.microsoft.com/office/drawing/2014/main" id="{CB9095B4-3DFA-E01E-EBBA-A64A119A2435}"/>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6" name="Freeform 321">
              <a:extLst>
                <a:ext uri="{FF2B5EF4-FFF2-40B4-BE49-F238E27FC236}">
                  <a16:creationId xmlns:a16="http://schemas.microsoft.com/office/drawing/2014/main" id="{ED444337-04BD-B18F-943A-53A8052CAEBF}"/>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27" name="Rounded Rectangle 26">
            <a:extLst>
              <a:ext uri="{FF2B5EF4-FFF2-40B4-BE49-F238E27FC236}">
                <a16:creationId xmlns:a16="http://schemas.microsoft.com/office/drawing/2014/main" id="{863B91BB-9D71-DE85-3294-6EF2B2CF08E0}"/>
              </a:ext>
            </a:extLst>
          </p:cNvPr>
          <p:cNvSpPr/>
          <p:nvPr/>
        </p:nvSpPr>
        <p:spPr>
          <a:xfrm>
            <a:off x="9592837" y="661225"/>
            <a:ext cx="2377440" cy="263791"/>
          </a:xfrm>
          <a:prstGeom prst="roundRect">
            <a:avLst>
              <a:gd name="adj" fmla="val 50000"/>
            </a:avLst>
          </a:prstGeom>
          <a:solidFill>
            <a:schemeClr val="bg2">
              <a:lumMod val="8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31" name="TextBox 30">
            <a:extLst>
              <a:ext uri="{FF2B5EF4-FFF2-40B4-BE49-F238E27FC236}">
                <a16:creationId xmlns:a16="http://schemas.microsoft.com/office/drawing/2014/main" id="{42BCF0F3-0E2E-F837-10C4-352B97FD2DB8}"/>
              </a:ext>
            </a:extLst>
          </p:cNvPr>
          <p:cNvSpPr txBox="1"/>
          <p:nvPr/>
        </p:nvSpPr>
        <p:spPr>
          <a:xfrm>
            <a:off x="9839717" y="646592"/>
            <a:ext cx="1090661" cy="263791"/>
          </a:xfrm>
          <a:prstGeom prst="rect">
            <a:avLst/>
          </a:prstGeom>
          <a:noFill/>
        </p:spPr>
        <p:txBody>
          <a:bodyPr vert="horz" wrap="none" lIns="90000" tIns="46800" rIns="90000" bIns="46800" rtlCol="0" anchor="ctr">
            <a:spAutoFit/>
          </a:bodyPr>
          <a:lstStyle/>
          <a:p>
            <a:pPr algn="l">
              <a:spcBef>
                <a:spcPct val="0"/>
              </a:spcBef>
            </a:pPr>
            <a:r>
              <a:rPr lang="en-US" sz="1100"/>
              <a:t>KPIs Impacted</a:t>
            </a:r>
          </a:p>
        </p:txBody>
      </p:sp>
      <p:sp>
        <p:nvSpPr>
          <p:cNvPr id="32" name="Rounded Rectangle 31">
            <a:extLst>
              <a:ext uri="{FF2B5EF4-FFF2-40B4-BE49-F238E27FC236}">
                <a16:creationId xmlns:a16="http://schemas.microsoft.com/office/drawing/2014/main" id="{C2303EE9-3969-ACA1-BD43-C4EA3992EAB8}"/>
              </a:ext>
            </a:extLst>
          </p:cNvPr>
          <p:cNvSpPr/>
          <p:nvPr/>
        </p:nvSpPr>
        <p:spPr>
          <a:xfrm>
            <a:off x="9634850" y="3963097"/>
            <a:ext cx="2377440" cy="263791"/>
          </a:xfrm>
          <a:prstGeom prst="roundRect">
            <a:avLst>
              <a:gd name="adj" fmla="val 50000"/>
            </a:avLst>
          </a:prstGeom>
          <a:solidFill>
            <a:schemeClr val="bg2">
              <a:lumMod val="8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33" name="TextBox 32">
            <a:extLst>
              <a:ext uri="{FF2B5EF4-FFF2-40B4-BE49-F238E27FC236}">
                <a16:creationId xmlns:a16="http://schemas.microsoft.com/office/drawing/2014/main" id="{630DAF87-00F5-ECF5-8767-99FD7B4932D2}"/>
              </a:ext>
            </a:extLst>
          </p:cNvPr>
          <p:cNvSpPr txBox="1"/>
          <p:nvPr/>
        </p:nvSpPr>
        <p:spPr>
          <a:xfrm>
            <a:off x="9996374" y="3959640"/>
            <a:ext cx="1209283" cy="263791"/>
          </a:xfrm>
          <a:prstGeom prst="rect">
            <a:avLst/>
          </a:prstGeom>
          <a:noFill/>
        </p:spPr>
        <p:txBody>
          <a:bodyPr vert="horz" wrap="square" lIns="90000" tIns="46800" rIns="90000" bIns="46800" rtlCol="0" anchor="ctr">
            <a:spAutoFit/>
          </a:bodyPr>
          <a:lstStyle/>
          <a:p>
            <a:pPr algn="l">
              <a:spcBef>
                <a:spcPct val="0"/>
              </a:spcBef>
            </a:pPr>
            <a:r>
              <a:rPr lang="en-US" sz="1100"/>
              <a:t>Business Impact</a:t>
            </a:r>
          </a:p>
        </p:txBody>
      </p:sp>
      <p:sp>
        <p:nvSpPr>
          <p:cNvPr id="37" name="Rounded Rectangle 36">
            <a:extLst>
              <a:ext uri="{FF2B5EF4-FFF2-40B4-BE49-F238E27FC236}">
                <a16:creationId xmlns:a16="http://schemas.microsoft.com/office/drawing/2014/main" id="{AC704906-FAC6-CC28-217C-0492D17700D9}"/>
              </a:ext>
            </a:extLst>
          </p:cNvPr>
          <p:cNvSpPr/>
          <p:nvPr/>
        </p:nvSpPr>
        <p:spPr>
          <a:xfrm>
            <a:off x="368250" y="4576963"/>
            <a:ext cx="3108960" cy="263791"/>
          </a:xfrm>
          <a:prstGeom prst="roundRect">
            <a:avLst>
              <a:gd name="adj" fmla="val 50000"/>
            </a:avLst>
          </a:prstGeom>
          <a:solidFill>
            <a:schemeClr val="bg2">
              <a:lumMod val="8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38" name="TextBox 37">
            <a:extLst>
              <a:ext uri="{FF2B5EF4-FFF2-40B4-BE49-F238E27FC236}">
                <a16:creationId xmlns:a16="http://schemas.microsoft.com/office/drawing/2014/main" id="{D2B81A26-9964-1A11-0A3A-5279DC076D6C}"/>
              </a:ext>
            </a:extLst>
          </p:cNvPr>
          <p:cNvSpPr txBox="1"/>
          <p:nvPr/>
        </p:nvSpPr>
        <p:spPr>
          <a:xfrm>
            <a:off x="619706" y="4562330"/>
            <a:ext cx="1422482" cy="263791"/>
          </a:xfrm>
          <a:prstGeom prst="rect">
            <a:avLst/>
          </a:prstGeom>
          <a:noFill/>
        </p:spPr>
        <p:txBody>
          <a:bodyPr vert="horz" wrap="none" lIns="90000" tIns="46800" rIns="90000" bIns="46800" rtlCol="0" anchor="ctr">
            <a:spAutoFit/>
          </a:bodyPr>
          <a:lstStyle/>
          <a:p>
            <a:pPr algn="l">
              <a:spcBef>
                <a:spcPct val="0"/>
              </a:spcBef>
            </a:pPr>
            <a:r>
              <a:rPr lang="en-US" sz="1100"/>
              <a:t>Functional Solution</a:t>
            </a:r>
          </a:p>
        </p:txBody>
      </p:sp>
      <p:sp>
        <p:nvSpPr>
          <p:cNvPr id="41" name="Rounded Rectangle 40">
            <a:extLst>
              <a:ext uri="{FF2B5EF4-FFF2-40B4-BE49-F238E27FC236}">
                <a16:creationId xmlns:a16="http://schemas.microsoft.com/office/drawing/2014/main" id="{BB98DFA7-B1BF-EDB6-6CD8-6A25440EFEE2}"/>
              </a:ext>
            </a:extLst>
          </p:cNvPr>
          <p:cNvSpPr/>
          <p:nvPr/>
        </p:nvSpPr>
        <p:spPr>
          <a:xfrm>
            <a:off x="3757722" y="674122"/>
            <a:ext cx="2262078" cy="263791"/>
          </a:xfrm>
          <a:prstGeom prst="roundRect">
            <a:avLst>
              <a:gd name="adj" fmla="val 50000"/>
            </a:avLst>
          </a:prstGeom>
          <a:solidFill>
            <a:schemeClr val="bg2">
              <a:lumMod val="8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39" name="TextBox 38">
            <a:extLst>
              <a:ext uri="{FF2B5EF4-FFF2-40B4-BE49-F238E27FC236}">
                <a16:creationId xmlns:a16="http://schemas.microsoft.com/office/drawing/2014/main" id="{61F9D499-C931-356B-50CE-FE7650D675B6}"/>
              </a:ext>
            </a:extLst>
          </p:cNvPr>
          <p:cNvSpPr txBox="1"/>
          <p:nvPr/>
        </p:nvSpPr>
        <p:spPr>
          <a:xfrm>
            <a:off x="4014224" y="650609"/>
            <a:ext cx="1472176" cy="263791"/>
          </a:xfrm>
          <a:prstGeom prst="rect">
            <a:avLst/>
          </a:prstGeom>
          <a:noFill/>
        </p:spPr>
        <p:txBody>
          <a:bodyPr vert="horz" wrap="none" lIns="90000" tIns="46800" rIns="90000" bIns="46800" rtlCol="0" anchor="ctr">
            <a:spAutoFit/>
          </a:bodyPr>
          <a:lstStyle/>
          <a:p>
            <a:pPr algn="l">
              <a:spcBef>
                <a:spcPct val="0"/>
              </a:spcBef>
            </a:pPr>
            <a:r>
              <a:rPr lang="en-US" sz="1100"/>
              <a:t>Business Challenges</a:t>
            </a:r>
          </a:p>
        </p:txBody>
      </p:sp>
      <p:sp>
        <p:nvSpPr>
          <p:cNvPr id="42" name="TextBox 41">
            <a:extLst>
              <a:ext uri="{FF2B5EF4-FFF2-40B4-BE49-F238E27FC236}">
                <a16:creationId xmlns:a16="http://schemas.microsoft.com/office/drawing/2014/main" id="{EB449C00-0C74-3207-F8CB-A5B40E5B5140}"/>
              </a:ext>
            </a:extLst>
          </p:cNvPr>
          <p:cNvSpPr txBox="1"/>
          <p:nvPr/>
        </p:nvSpPr>
        <p:spPr>
          <a:xfrm>
            <a:off x="9630670" y="4269202"/>
            <a:ext cx="2337957" cy="1874466"/>
          </a:xfrm>
          <a:prstGeom prst="rect">
            <a:avLst/>
          </a:prstGeom>
          <a:noFill/>
        </p:spPr>
        <p:txBody>
          <a:bodyPr vert="horz" wrap="square" lIns="90000" tIns="46800" rIns="90000" bIns="46800" rtlCol="0" anchor="t">
            <a:noAutofit/>
          </a:bodyPr>
          <a:lstStyle/>
          <a:p>
            <a:pPr marL="285750" indent="-285750">
              <a:buFont typeface="Arial,Sans-Serif" panose="020B0604020202020204" pitchFamily="34" charset="0"/>
              <a:buChar char="•"/>
            </a:pPr>
            <a:r>
              <a:rPr lang="en-US" sz="1100" b="1"/>
              <a:t>Reduce</a:t>
            </a:r>
            <a:r>
              <a:rPr lang="en-US" sz="1100"/>
              <a:t> repair costs and equipment replacements</a:t>
            </a:r>
          </a:p>
          <a:p>
            <a:pPr marL="285750" indent="-285750">
              <a:buFont typeface="Arial,Sans-Serif" panose="020B0604020202020204" pitchFamily="34" charset="0"/>
              <a:buChar char="•"/>
            </a:pPr>
            <a:r>
              <a:rPr lang="en-US" sz="1100" b="1"/>
              <a:t>Increase</a:t>
            </a:r>
            <a:r>
              <a:rPr lang="en-US" sz="1100"/>
              <a:t> staff productivity and </a:t>
            </a:r>
            <a:r>
              <a:rPr lang="en-US" sz="1100" err="1"/>
              <a:t>minimise</a:t>
            </a:r>
            <a:r>
              <a:rPr lang="en-US" sz="1100"/>
              <a:t> disruption</a:t>
            </a:r>
          </a:p>
          <a:p>
            <a:pPr marL="285750" indent="-285750">
              <a:buFont typeface="Arial,Sans-Serif" panose="020B0604020202020204" pitchFamily="34" charset="0"/>
              <a:buChar char="•"/>
            </a:pPr>
            <a:r>
              <a:rPr lang="en-US" sz="1100" b="1"/>
              <a:t>Accelerate</a:t>
            </a:r>
            <a:r>
              <a:rPr lang="en-US" sz="1100"/>
              <a:t> and </a:t>
            </a:r>
            <a:r>
              <a:rPr lang="en-US" sz="1100" b="1" err="1"/>
              <a:t>standardise</a:t>
            </a:r>
            <a:r>
              <a:rPr lang="en-US" sz="1100" err="1"/>
              <a:t>maintenance</a:t>
            </a:r>
            <a:r>
              <a:rPr lang="en-US" sz="1100"/>
              <a:t> workflows</a:t>
            </a:r>
          </a:p>
          <a:p>
            <a:pPr marL="285750" indent="-285750">
              <a:buFont typeface="Arial,Sans-Serif" panose="020B0604020202020204" pitchFamily="34" charset="0"/>
              <a:buChar char="•"/>
            </a:pPr>
            <a:r>
              <a:rPr lang="en-US" sz="1100" b="1"/>
              <a:t>Improve</a:t>
            </a:r>
            <a:r>
              <a:rPr lang="en-US" sz="1100"/>
              <a:t> safety and operational reliability</a:t>
            </a:r>
          </a:p>
          <a:p>
            <a:pPr marL="285750" indent="-285750">
              <a:buFont typeface="Arial,Sans-Serif" panose="020B0604020202020204" pitchFamily="34" charset="0"/>
              <a:buChar char="•"/>
            </a:pPr>
            <a:r>
              <a:rPr lang="en-US" sz="1100" b="1"/>
              <a:t>Reduce</a:t>
            </a:r>
            <a:r>
              <a:rPr lang="en-US" sz="1100"/>
              <a:t> training overhead for temporary staff</a:t>
            </a:r>
            <a:endParaRPr lang="en-US"/>
          </a:p>
        </p:txBody>
      </p:sp>
      <p:sp>
        <p:nvSpPr>
          <p:cNvPr id="49" name="Rounded Rectangle 48">
            <a:extLst>
              <a:ext uri="{FF2B5EF4-FFF2-40B4-BE49-F238E27FC236}">
                <a16:creationId xmlns:a16="http://schemas.microsoft.com/office/drawing/2014/main" id="{392F7412-4824-43D8-B880-447809FF3874}"/>
              </a:ext>
            </a:extLst>
          </p:cNvPr>
          <p:cNvSpPr/>
          <p:nvPr/>
        </p:nvSpPr>
        <p:spPr>
          <a:xfrm>
            <a:off x="3657600" y="4575762"/>
            <a:ext cx="3474720" cy="263791"/>
          </a:xfrm>
          <a:prstGeom prst="roundRect">
            <a:avLst>
              <a:gd name="adj" fmla="val 50000"/>
            </a:avLst>
          </a:prstGeom>
          <a:solidFill>
            <a:schemeClr val="bg2">
              <a:lumMod val="8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50" name="TextBox 49">
            <a:extLst>
              <a:ext uri="{FF2B5EF4-FFF2-40B4-BE49-F238E27FC236}">
                <a16:creationId xmlns:a16="http://schemas.microsoft.com/office/drawing/2014/main" id="{E8659E0E-D1DB-0C16-AB8F-4E27AAE2CD22}"/>
              </a:ext>
            </a:extLst>
          </p:cNvPr>
          <p:cNvSpPr txBox="1"/>
          <p:nvPr/>
        </p:nvSpPr>
        <p:spPr>
          <a:xfrm>
            <a:off x="3909056" y="4561129"/>
            <a:ext cx="1348744" cy="263791"/>
          </a:xfrm>
          <a:prstGeom prst="rect">
            <a:avLst/>
          </a:prstGeom>
          <a:noFill/>
        </p:spPr>
        <p:txBody>
          <a:bodyPr vert="horz" wrap="none" lIns="90000" tIns="46800" rIns="90000" bIns="46800" rtlCol="0" anchor="ctr">
            <a:spAutoFit/>
          </a:bodyPr>
          <a:lstStyle/>
          <a:p>
            <a:pPr algn="l">
              <a:spcBef>
                <a:spcPct val="0"/>
              </a:spcBef>
            </a:pPr>
            <a:r>
              <a:rPr lang="en-US" sz="1100"/>
              <a:t>Technical Solution</a:t>
            </a:r>
          </a:p>
        </p:txBody>
      </p:sp>
      <p:cxnSp>
        <p:nvCxnSpPr>
          <p:cNvPr id="51" name="Straight Connector 50">
            <a:extLst>
              <a:ext uri="{FF2B5EF4-FFF2-40B4-BE49-F238E27FC236}">
                <a16:creationId xmlns:a16="http://schemas.microsoft.com/office/drawing/2014/main" id="{AC51E32A-5104-AB8F-9EBC-85EB2204E734}"/>
              </a:ext>
            </a:extLst>
          </p:cNvPr>
          <p:cNvCxnSpPr>
            <a:cxnSpLocks/>
          </p:cNvCxnSpPr>
          <p:nvPr/>
        </p:nvCxnSpPr>
        <p:spPr>
          <a:xfrm>
            <a:off x="3581400" y="4863533"/>
            <a:ext cx="0" cy="1371600"/>
          </a:xfrm>
          <a:prstGeom prst="line">
            <a:avLst/>
          </a:prstGeom>
          <a:ln w="12700">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52" name="TextBox 51">
            <a:extLst>
              <a:ext uri="{FF2B5EF4-FFF2-40B4-BE49-F238E27FC236}">
                <a16:creationId xmlns:a16="http://schemas.microsoft.com/office/drawing/2014/main" id="{FB13BB7F-E9C3-07B2-772E-F66BAF3726CB}"/>
              </a:ext>
            </a:extLst>
          </p:cNvPr>
          <p:cNvSpPr txBox="1"/>
          <p:nvPr/>
        </p:nvSpPr>
        <p:spPr>
          <a:xfrm>
            <a:off x="3657600" y="1145062"/>
            <a:ext cx="2696635" cy="2770877"/>
          </a:xfrm>
          <a:prstGeom prst="rect">
            <a:avLst/>
          </a:prstGeom>
          <a:noFill/>
        </p:spPr>
        <p:txBody>
          <a:bodyPr vert="horz" wrap="square" lIns="90000" tIns="46800" rIns="90000" bIns="46800" rtlCol="0" anchor="t">
            <a:noAutofit/>
          </a:bodyPr>
          <a:lstStyle/>
          <a:p>
            <a:pPr marL="171450" indent="-171450">
              <a:buFont typeface="Arial"/>
              <a:buChar char="•"/>
            </a:pPr>
            <a:r>
              <a:rPr lang="en-GB" sz="800" b="1"/>
              <a:t>Reactive Maintenance Costs: </a:t>
            </a:r>
            <a:r>
              <a:rPr lang="en-GB" sz="800"/>
              <a:t>Organisations often face significant financial loss because issues are only addressed after a failure occurs , leading to expensive emergency replacements rather than low cost , proactive repairs.</a:t>
            </a:r>
            <a:endParaRPr lang="en-US"/>
          </a:p>
          <a:p>
            <a:endParaRPr lang="en-GB" sz="800"/>
          </a:p>
          <a:p>
            <a:pPr marL="171450" indent="-171450">
              <a:buFont typeface="Arial"/>
              <a:buChar char="•"/>
            </a:pPr>
            <a:r>
              <a:rPr lang="en-GB" sz="800" b="1"/>
              <a:t>Operational Downtime:</a:t>
            </a:r>
            <a:r>
              <a:rPr lang="en-GB" sz="800"/>
              <a:t> Undetected equipment degradation or workflow bottlenecks cause unexpected halts in production, logistics or service delivery, ultimately impacting overall reliability.</a:t>
            </a:r>
          </a:p>
          <a:p>
            <a:endParaRPr lang="en-GB" sz="800"/>
          </a:p>
          <a:p>
            <a:pPr marL="171450" indent="-171450">
              <a:buFont typeface="Arial"/>
              <a:buChar char="•"/>
            </a:pPr>
            <a:r>
              <a:rPr lang="en-GB" sz="800" b="1"/>
              <a:t>SOP Compliance: </a:t>
            </a:r>
            <a:r>
              <a:rPr lang="en-GB" sz="800"/>
              <a:t>Employees</a:t>
            </a:r>
            <a:r>
              <a:rPr lang="en-GB" sz="800" b="1"/>
              <a:t> </a:t>
            </a:r>
            <a:r>
              <a:rPr lang="en-GB" sz="800"/>
              <a:t>often lack  immediate access to the right Standard Operating Procedures (SOPs) for diverse asset models, slowing down resolution time.</a:t>
            </a:r>
          </a:p>
        </p:txBody>
      </p:sp>
      <p:sp>
        <p:nvSpPr>
          <p:cNvPr id="53" name="Rounded Rectangle 52">
            <a:extLst>
              <a:ext uri="{FF2B5EF4-FFF2-40B4-BE49-F238E27FC236}">
                <a16:creationId xmlns:a16="http://schemas.microsoft.com/office/drawing/2014/main" id="{70AEA542-5BB8-6FFB-3A18-C6DEB1C18564}"/>
              </a:ext>
            </a:extLst>
          </p:cNvPr>
          <p:cNvSpPr/>
          <p:nvPr/>
        </p:nvSpPr>
        <p:spPr>
          <a:xfrm>
            <a:off x="6172200" y="673791"/>
            <a:ext cx="2926080" cy="263791"/>
          </a:xfrm>
          <a:prstGeom prst="roundRect">
            <a:avLst>
              <a:gd name="adj" fmla="val 50000"/>
            </a:avLst>
          </a:prstGeom>
          <a:solidFill>
            <a:schemeClr val="bg2">
              <a:lumMod val="8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54" name="TextBox 53">
            <a:extLst>
              <a:ext uri="{FF2B5EF4-FFF2-40B4-BE49-F238E27FC236}">
                <a16:creationId xmlns:a16="http://schemas.microsoft.com/office/drawing/2014/main" id="{3D73B47F-8AF6-78C9-9A6B-2091D2FD8133}"/>
              </a:ext>
            </a:extLst>
          </p:cNvPr>
          <p:cNvSpPr txBox="1"/>
          <p:nvPr/>
        </p:nvSpPr>
        <p:spPr>
          <a:xfrm>
            <a:off x="6475926" y="1022883"/>
            <a:ext cx="2696630" cy="2791726"/>
          </a:xfrm>
          <a:prstGeom prst="rect">
            <a:avLst/>
          </a:prstGeom>
          <a:noFill/>
        </p:spPr>
        <p:txBody>
          <a:bodyPr vert="horz" wrap="square" lIns="90000" tIns="46800" rIns="90000" bIns="46800" rtlCol="0" anchor="t">
            <a:noAutofit/>
          </a:bodyPr>
          <a:lstStyle/>
          <a:p>
            <a:pPr marL="171450" indent="-171450">
              <a:spcBef>
                <a:spcPct val="0"/>
              </a:spcBef>
              <a:buFont typeface="Arial" panose="020B0604020202020204" pitchFamily="34" charset="0"/>
              <a:buChar char="•"/>
            </a:pPr>
            <a:r>
              <a:rPr lang="en-GB" sz="800" b="1"/>
              <a:t>The Concept: </a:t>
            </a:r>
            <a:r>
              <a:rPr lang="en-GB" sz="800"/>
              <a:t>A unified AI platform that transform maintenance from a manual “check and fix” process into an automated “predict and guide” system. It monitors real time data, usage logs and system triggers to identify deviations.</a:t>
            </a:r>
          </a:p>
          <a:p>
            <a:pPr>
              <a:spcBef>
                <a:spcPct val="0"/>
              </a:spcBef>
            </a:pPr>
            <a:endParaRPr lang="en-GB" sz="800"/>
          </a:p>
          <a:p>
            <a:pPr marL="171450" indent="-171450">
              <a:spcBef>
                <a:spcPct val="0"/>
              </a:spcBef>
              <a:buFont typeface="Arial" panose="020B0604020202020204" pitchFamily="34" charset="0"/>
              <a:buChar char="•"/>
            </a:pPr>
            <a:r>
              <a:rPr lang="en-GB" sz="800" b="1"/>
              <a:t>The Mechanism:</a:t>
            </a:r>
            <a:r>
              <a:rPr lang="en-GB" sz="800"/>
              <a:t>  When an anomaly is identified, such as a machine vibration anomaly, the issue is triaged for severity, and an alert is created for human review. Once approved, a work ticket is created. Guidance is provided to the worker using official SOPs. Once the work is conducted, an audit register is produced based on the worker’s maintenance logs. </a:t>
            </a:r>
          </a:p>
          <a:p>
            <a:pPr marL="171450" indent="-171450">
              <a:spcBef>
                <a:spcPct val="0"/>
              </a:spcBef>
              <a:buFont typeface="Arial" panose="020B0604020202020204" pitchFamily="34" charset="0"/>
              <a:buChar char="•"/>
            </a:pPr>
            <a:endParaRPr lang="en-GB" sz="800">
              <a:highlight>
                <a:srgbClr val="FFFF00"/>
              </a:highlight>
            </a:endParaRPr>
          </a:p>
          <a:p>
            <a:pPr marL="171450" indent="-171450">
              <a:spcBef>
                <a:spcPct val="0"/>
              </a:spcBef>
              <a:buFont typeface="Arial" panose="020B0604020202020204" pitchFamily="34" charset="0"/>
              <a:buChar char="•"/>
            </a:pPr>
            <a:r>
              <a:rPr lang="en-GB" sz="800" b="1"/>
              <a:t>The Output:  </a:t>
            </a:r>
            <a:r>
              <a:rPr lang="en-GB" sz="800"/>
              <a:t>Tickets are generated when anomalies occur. This is a step-by-step service process via RAG. This ensures standardised, high quality responsive across any industry, whether the task is mechanical repair, a safety inspection or facility turnover.</a:t>
            </a:r>
            <a:endParaRPr lang="en-GB" sz="800" b="1"/>
          </a:p>
        </p:txBody>
      </p:sp>
      <p:sp>
        <p:nvSpPr>
          <p:cNvPr id="55" name="TextBox 54">
            <a:extLst>
              <a:ext uri="{FF2B5EF4-FFF2-40B4-BE49-F238E27FC236}">
                <a16:creationId xmlns:a16="http://schemas.microsoft.com/office/drawing/2014/main" id="{188D893F-C300-3865-D6C1-F4A96916587D}"/>
              </a:ext>
            </a:extLst>
          </p:cNvPr>
          <p:cNvSpPr txBox="1"/>
          <p:nvPr/>
        </p:nvSpPr>
        <p:spPr>
          <a:xfrm>
            <a:off x="6475926" y="671900"/>
            <a:ext cx="1525074" cy="263791"/>
          </a:xfrm>
          <a:prstGeom prst="rect">
            <a:avLst/>
          </a:prstGeom>
          <a:noFill/>
        </p:spPr>
        <p:txBody>
          <a:bodyPr vert="horz" wrap="none" lIns="90000" tIns="46800" rIns="90000" bIns="46800" rtlCol="0" anchor="ctr">
            <a:spAutoFit/>
          </a:bodyPr>
          <a:lstStyle/>
          <a:p>
            <a:pPr algn="l">
              <a:spcBef>
                <a:spcPct val="0"/>
              </a:spcBef>
            </a:pPr>
            <a:r>
              <a:rPr lang="en-US" sz="1100"/>
              <a:t>Use Case Description</a:t>
            </a:r>
          </a:p>
        </p:txBody>
      </p:sp>
      <p:cxnSp>
        <p:nvCxnSpPr>
          <p:cNvPr id="56" name="Straight Connector 55">
            <a:extLst>
              <a:ext uri="{FF2B5EF4-FFF2-40B4-BE49-F238E27FC236}">
                <a16:creationId xmlns:a16="http://schemas.microsoft.com/office/drawing/2014/main" id="{E1B55769-E7F5-AEBF-1338-E94DBF7FBCB1}"/>
              </a:ext>
            </a:extLst>
          </p:cNvPr>
          <p:cNvCxnSpPr>
            <a:cxnSpLocks/>
          </p:cNvCxnSpPr>
          <p:nvPr/>
        </p:nvCxnSpPr>
        <p:spPr>
          <a:xfrm>
            <a:off x="6475923" y="1086770"/>
            <a:ext cx="0" cy="2718124"/>
          </a:xfrm>
          <a:prstGeom prst="line">
            <a:avLst/>
          </a:prstGeom>
          <a:ln w="12700">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59" name="TextBox 58">
            <a:extLst>
              <a:ext uri="{FF2B5EF4-FFF2-40B4-BE49-F238E27FC236}">
                <a16:creationId xmlns:a16="http://schemas.microsoft.com/office/drawing/2014/main" id="{DE2C7EFB-6C83-3D03-1AE6-1141B7A6E3CC}"/>
              </a:ext>
            </a:extLst>
          </p:cNvPr>
          <p:cNvSpPr txBox="1"/>
          <p:nvPr/>
        </p:nvSpPr>
        <p:spPr>
          <a:xfrm>
            <a:off x="389687" y="4895821"/>
            <a:ext cx="3082611" cy="1615827"/>
          </a:xfrm>
          <a:prstGeom prst="rect">
            <a:avLst/>
          </a:prstGeom>
          <a:noFill/>
        </p:spPr>
        <p:txBody>
          <a:bodyPr wrap="square" lIns="91440" tIns="45720" rIns="91440" bIns="45720" anchor="t">
            <a:spAutoFit/>
          </a:bodyPr>
          <a:lstStyle/>
          <a:p>
            <a:pPr marL="171450" indent="-171450">
              <a:spcBef>
                <a:spcPct val="0"/>
              </a:spcBef>
              <a:buFont typeface="Arial"/>
              <a:buChar char="•"/>
              <a:defRPr/>
            </a:pPr>
            <a:r>
              <a:rPr lang="en-GB" sz="900" b="1">
                <a:latin typeface="Ubuntu"/>
              </a:rPr>
              <a:t>Identifies Anomalies: </a:t>
            </a:r>
            <a:r>
              <a:rPr lang="en-GB" sz="900">
                <a:latin typeface="Ubuntu"/>
              </a:rPr>
              <a:t>For Maintenance Intervention</a:t>
            </a:r>
            <a:r>
              <a:rPr lang="en-GB" sz="900" b="1">
                <a:latin typeface="Ubuntu"/>
              </a:rPr>
              <a:t> </a:t>
            </a:r>
            <a:endParaRPr lang="en-GB" sz="900">
              <a:latin typeface="Ubuntu"/>
            </a:endParaRPr>
          </a:p>
          <a:p>
            <a:pPr marL="171450" indent="-171450">
              <a:spcBef>
                <a:spcPct val="0"/>
              </a:spcBef>
              <a:buFont typeface="Arial"/>
              <a:buChar char="•"/>
              <a:defRPr/>
            </a:pPr>
            <a:r>
              <a:rPr lang="en-GB" sz="900" b="1">
                <a:latin typeface="Ubuntu"/>
              </a:rPr>
              <a:t>Ticket Generation:</a:t>
            </a:r>
            <a:r>
              <a:rPr lang="en-GB" sz="900">
                <a:latin typeface="Ubuntu"/>
              </a:rPr>
              <a:t> Tickets generated when </a:t>
            </a:r>
            <a:r>
              <a:rPr lang="en-GB" sz="900" err="1">
                <a:latin typeface="Ubuntu"/>
              </a:rPr>
              <a:t>anomali</a:t>
            </a:r>
            <a:r>
              <a:rPr lang="en-GB" sz="900">
                <a:latin typeface="Ubuntu"/>
              </a:rPr>
              <a:t>es occur to be reviewed by an engineer for processing.</a:t>
            </a:r>
            <a:endParaRPr lang="en-GB" sz="900"/>
          </a:p>
          <a:p>
            <a:pPr marL="171450" marR="0" lvl="0" indent="-171450" algn="l" defTabSz="914400" rtl="0" eaLnBrk="1" fontAlgn="auto" latinLnBrk="0" hangingPunct="1">
              <a:lnSpc>
                <a:spcPct val="100000"/>
              </a:lnSpc>
              <a:spcBef>
                <a:spcPct val="0"/>
              </a:spcBef>
              <a:spcAft>
                <a:spcPts val="0"/>
              </a:spcAft>
              <a:buClrTx/>
              <a:buSzTx/>
              <a:buFont typeface="Arial"/>
              <a:buChar char="•"/>
              <a:tabLst/>
              <a:defRPr/>
            </a:pPr>
            <a:r>
              <a:rPr lang="en-GB" sz="900" b="1">
                <a:latin typeface="Ubuntu"/>
              </a:rPr>
              <a:t>Interactive SOPs</a:t>
            </a:r>
            <a:r>
              <a:rPr lang="en-GB" sz="900">
                <a:latin typeface="Ubuntu"/>
              </a:rPr>
              <a:t>: Digitalise complex manuals into searchable, easy to follow format.</a:t>
            </a:r>
          </a:p>
          <a:p>
            <a:pPr marL="171450" indent="-171450">
              <a:spcBef>
                <a:spcPct val="0"/>
              </a:spcBef>
              <a:buFont typeface="Arial"/>
              <a:buChar char="•"/>
              <a:defRPr/>
            </a:pPr>
            <a:r>
              <a:rPr lang="en-GB" sz="900" b="1">
                <a:latin typeface="Ubuntu"/>
              </a:rPr>
              <a:t>Audit: </a:t>
            </a:r>
            <a:r>
              <a:rPr lang="en-GB" sz="900">
                <a:latin typeface="Ubuntu"/>
              </a:rPr>
              <a:t>Create and updates Audit register, for Human review.  </a:t>
            </a:r>
          </a:p>
          <a:p>
            <a:pPr marL="171450" marR="0" lvl="0" indent="-171450" algn="l" defTabSz="914400">
              <a:lnSpc>
                <a:spcPct val="100000"/>
              </a:lnSpc>
              <a:spcBef>
                <a:spcPct val="0"/>
              </a:spcBef>
              <a:spcAft>
                <a:spcPts val="0"/>
              </a:spcAft>
              <a:buClrTx/>
              <a:buSzTx/>
              <a:buFont typeface="Arial"/>
              <a:buChar char="•"/>
              <a:tabLst/>
              <a:defRPr/>
            </a:pPr>
            <a:endParaRPr lang="en-GB" sz="900" b="0" i="0" u="none" strike="noStrike" kern="1200" cap="none" spc="0" normalizeH="0" baseline="0" noProof="0">
              <a:ln>
                <a:noFill/>
              </a:ln>
              <a:effectLst/>
              <a:uLnTx/>
              <a:uFillTx/>
              <a:latin typeface="Ubuntu"/>
            </a:endParaRPr>
          </a:p>
          <a:p>
            <a:pPr>
              <a:spcBef>
                <a:spcPct val="0"/>
              </a:spcBef>
              <a:defRPr/>
            </a:pPr>
            <a:endParaRPr lang="en-US" sz="900">
              <a:latin typeface="Ubuntu"/>
            </a:endParaRPr>
          </a:p>
        </p:txBody>
      </p:sp>
      <p:sp>
        <p:nvSpPr>
          <p:cNvPr id="60" name="TextBox 59">
            <a:extLst>
              <a:ext uri="{FF2B5EF4-FFF2-40B4-BE49-F238E27FC236}">
                <a16:creationId xmlns:a16="http://schemas.microsoft.com/office/drawing/2014/main" id="{05C9740A-B0C2-63FB-9C99-E4683C46570D}"/>
              </a:ext>
            </a:extLst>
          </p:cNvPr>
          <p:cNvSpPr txBox="1"/>
          <p:nvPr/>
        </p:nvSpPr>
        <p:spPr>
          <a:xfrm>
            <a:off x="3641975" y="4933932"/>
            <a:ext cx="3556611" cy="1061829"/>
          </a:xfrm>
          <a:prstGeom prst="rect">
            <a:avLst/>
          </a:prstGeom>
          <a:noFill/>
        </p:spPr>
        <p:txBody>
          <a:bodyPr wrap="square" lIns="91440" tIns="45720" rIns="91440" bIns="45720" anchor="t">
            <a:spAutoFit/>
          </a:bodyPr>
          <a:lstStyle/>
          <a:p>
            <a:pPr marL="171450" indent="-171450">
              <a:spcBef>
                <a:spcPct val="0"/>
              </a:spcBef>
              <a:buFont typeface="Arial" panose="020B0604020202020204" pitchFamily="34" charset="0"/>
              <a:buChar char="•"/>
              <a:defRPr/>
            </a:pPr>
            <a:r>
              <a:rPr lang="en-GB" sz="900" b="1">
                <a:latin typeface="Ubuntu"/>
              </a:rPr>
              <a:t>AI Foundry</a:t>
            </a:r>
            <a:endParaRPr lang="en-US" b="1">
              <a:latin typeface="Ubuntu"/>
            </a:endParaRPr>
          </a:p>
          <a:p>
            <a:pPr marL="171450" indent="-171450">
              <a:spcBef>
                <a:spcPct val="0"/>
              </a:spcBef>
              <a:buFont typeface="Arial" panose="020B0604020202020204" pitchFamily="34" charset="0"/>
              <a:buChar char="•"/>
              <a:defRPr/>
            </a:pPr>
            <a:r>
              <a:rPr lang="en-GB" sz="900" b="1">
                <a:latin typeface="Ubuntu"/>
              </a:rPr>
              <a:t>React JS</a:t>
            </a:r>
          </a:p>
          <a:p>
            <a:pPr marL="171450" indent="-171450">
              <a:spcBef>
                <a:spcPct val="0"/>
              </a:spcBef>
              <a:buFont typeface="Arial" panose="020B0604020202020204" pitchFamily="34" charset="0"/>
              <a:buChar char="•"/>
              <a:defRPr/>
            </a:pPr>
            <a:r>
              <a:rPr lang="en-GB" sz="900" b="1">
                <a:latin typeface="Ubuntu"/>
              </a:rPr>
              <a:t>RAG</a:t>
            </a:r>
            <a:endParaRPr lang="en-GB" sz="900">
              <a:latin typeface="Ubuntu"/>
            </a:endParaRPr>
          </a:p>
          <a:p>
            <a:pPr marL="171450" indent="-171450">
              <a:spcBef>
                <a:spcPct val="0"/>
              </a:spcBef>
              <a:buFont typeface="Arial" panose="020B0604020202020204" pitchFamily="34" charset="0"/>
              <a:buChar char="•"/>
              <a:defRPr/>
            </a:pPr>
            <a:r>
              <a:rPr lang="en-GB" sz="900" b="1">
                <a:latin typeface="Ubuntu"/>
              </a:rPr>
              <a:t>Microsoft Fabric</a:t>
            </a:r>
            <a:endParaRPr lang="en-GB" sz="900" b="1" i="0" u="none" strike="noStrike" kern="1200" cap="none" spc="0" normalizeH="0" baseline="0" noProof="0">
              <a:ln>
                <a:noFill/>
              </a:ln>
              <a:effectLst/>
              <a:uLnTx/>
              <a:uFillTx/>
              <a:latin typeface="Ubuntu"/>
            </a:endParaRPr>
          </a:p>
          <a:p>
            <a:pPr marL="171450" indent="-171450">
              <a:spcBef>
                <a:spcPct val="0"/>
              </a:spcBef>
              <a:buFont typeface="Arial" panose="020B0604020202020204" pitchFamily="34" charset="0"/>
              <a:buChar char="•"/>
              <a:defRPr/>
            </a:pPr>
            <a:r>
              <a:rPr lang="en-GB" sz="900" b="1">
                <a:latin typeface="Ubuntu"/>
              </a:rPr>
              <a:t>Entra ID</a:t>
            </a:r>
          </a:p>
          <a:p>
            <a:pPr marL="171450" indent="-171450">
              <a:spcBef>
                <a:spcPct val="0"/>
              </a:spcBef>
              <a:buFont typeface="Arial" panose="020B0604020202020204" pitchFamily="34" charset="0"/>
              <a:buChar char="•"/>
              <a:defRPr/>
            </a:pPr>
            <a:endParaRPr lang="en-GB" sz="900" b="1">
              <a:latin typeface="Ubuntu"/>
            </a:endParaRPr>
          </a:p>
          <a:p>
            <a:pPr indent="-285750">
              <a:spcBef>
                <a:spcPct val="0"/>
              </a:spcBef>
              <a:buFont typeface="Arial,Sans-Serif" panose="020B0604020202020204" pitchFamily="34" charset="0"/>
              <a:buChar char="•"/>
              <a:defRPr/>
            </a:pPr>
            <a:endParaRPr lang="en-GB" sz="900">
              <a:latin typeface="Ubuntu"/>
            </a:endParaRPr>
          </a:p>
        </p:txBody>
      </p:sp>
      <p:sp>
        <p:nvSpPr>
          <p:cNvPr id="61" name="Rounded Rectangle 60">
            <a:extLst>
              <a:ext uri="{FF2B5EF4-FFF2-40B4-BE49-F238E27FC236}">
                <a16:creationId xmlns:a16="http://schemas.microsoft.com/office/drawing/2014/main" id="{56EB4857-71BC-0F5D-8D31-5A71D2C9EEEF}"/>
              </a:ext>
            </a:extLst>
          </p:cNvPr>
          <p:cNvSpPr/>
          <p:nvPr/>
        </p:nvSpPr>
        <p:spPr>
          <a:xfrm>
            <a:off x="7543123" y="4588418"/>
            <a:ext cx="1737360" cy="263791"/>
          </a:xfrm>
          <a:prstGeom prst="roundRect">
            <a:avLst>
              <a:gd name="adj" fmla="val 50000"/>
            </a:avLst>
          </a:prstGeom>
          <a:solidFill>
            <a:schemeClr val="bg2">
              <a:lumMod val="8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62" name="TextBox 61">
            <a:extLst>
              <a:ext uri="{FF2B5EF4-FFF2-40B4-BE49-F238E27FC236}">
                <a16:creationId xmlns:a16="http://schemas.microsoft.com/office/drawing/2014/main" id="{7347736D-D728-ACA8-2C08-C23ADF0FA6B9}"/>
              </a:ext>
            </a:extLst>
          </p:cNvPr>
          <p:cNvSpPr txBox="1"/>
          <p:nvPr/>
        </p:nvSpPr>
        <p:spPr>
          <a:xfrm>
            <a:off x="7819071" y="4573785"/>
            <a:ext cx="1020129" cy="263791"/>
          </a:xfrm>
          <a:prstGeom prst="rect">
            <a:avLst/>
          </a:prstGeom>
          <a:noFill/>
        </p:spPr>
        <p:txBody>
          <a:bodyPr vert="horz" wrap="none" lIns="90000" tIns="46800" rIns="90000" bIns="46800" rtlCol="0" anchor="ctr">
            <a:spAutoFit/>
          </a:bodyPr>
          <a:lstStyle/>
          <a:p>
            <a:pPr algn="l">
              <a:spcBef>
                <a:spcPct val="0"/>
              </a:spcBef>
            </a:pPr>
            <a:r>
              <a:rPr lang="en-US" sz="1100"/>
              <a:t>Stakeholders</a:t>
            </a:r>
          </a:p>
        </p:txBody>
      </p:sp>
      <p:sp>
        <p:nvSpPr>
          <p:cNvPr id="6" name="TextBox 5">
            <a:extLst>
              <a:ext uri="{FF2B5EF4-FFF2-40B4-BE49-F238E27FC236}">
                <a16:creationId xmlns:a16="http://schemas.microsoft.com/office/drawing/2014/main" id="{D24D850D-3F3B-203C-CA8F-83B346D75685}"/>
              </a:ext>
            </a:extLst>
          </p:cNvPr>
          <p:cNvSpPr txBox="1"/>
          <p:nvPr/>
        </p:nvSpPr>
        <p:spPr>
          <a:xfrm>
            <a:off x="7635240" y="4852209"/>
            <a:ext cx="1737360" cy="1837638"/>
          </a:xfrm>
          <a:prstGeom prst="rect">
            <a:avLst/>
          </a:prstGeom>
          <a:noFill/>
        </p:spPr>
        <p:txBody>
          <a:bodyPr vert="horz" wrap="square" lIns="90000" tIns="46800" rIns="90000" bIns="46800" rtlCol="0" anchor="t">
            <a:noAutofit/>
          </a:bodyPr>
          <a:lstStyle/>
          <a:p>
            <a:pPr marL="285750" indent="-285750" algn="l">
              <a:spcBef>
                <a:spcPct val="0"/>
              </a:spcBef>
              <a:buFont typeface="Arial" panose="020B0604020202020204" pitchFamily="34" charset="0"/>
              <a:buChar char="•"/>
            </a:pPr>
            <a:r>
              <a:rPr lang="en-US" sz="1000"/>
              <a:t>Operations Managers</a:t>
            </a:r>
          </a:p>
          <a:p>
            <a:pPr marL="285750" indent="-285750">
              <a:spcBef>
                <a:spcPct val="0"/>
              </a:spcBef>
              <a:buFont typeface="Arial" panose="020B0604020202020204" pitchFamily="34" charset="0"/>
              <a:buChar char="•"/>
            </a:pPr>
            <a:r>
              <a:rPr lang="en-US" sz="1000"/>
              <a:t>Maintenance Operators</a:t>
            </a:r>
          </a:p>
          <a:p>
            <a:pPr marL="285750" indent="-285750">
              <a:spcBef>
                <a:spcPct val="0"/>
              </a:spcBef>
              <a:buFont typeface="Arial" panose="020B0604020202020204" pitchFamily="34" charset="0"/>
              <a:buChar char="•"/>
            </a:pPr>
            <a:r>
              <a:rPr lang="en-US" sz="1000"/>
              <a:t>Repair Engineers</a:t>
            </a:r>
          </a:p>
          <a:p>
            <a:pPr marL="285750" indent="-285750">
              <a:spcBef>
                <a:spcPct val="0"/>
              </a:spcBef>
              <a:buFont typeface="Arial" panose="020B0604020202020204" pitchFamily="34" charset="0"/>
              <a:buChar char="•"/>
            </a:pPr>
            <a:r>
              <a:rPr lang="en-US" sz="1000"/>
              <a:t>Other Engineers</a:t>
            </a:r>
          </a:p>
          <a:p>
            <a:pPr marL="285750" indent="-285750">
              <a:spcBef>
                <a:spcPct val="0"/>
              </a:spcBef>
              <a:buFont typeface="Arial" panose="020B0604020202020204" pitchFamily="34" charset="0"/>
              <a:buChar char="•"/>
            </a:pPr>
            <a:r>
              <a:rPr lang="en-US" sz="1000"/>
              <a:t>Facilities Managers</a:t>
            </a:r>
          </a:p>
          <a:p>
            <a:pPr marL="285750" indent="-285750">
              <a:spcBef>
                <a:spcPct val="0"/>
              </a:spcBef>
              <a:buFont typeface="Arial" panose="020B0604020202020204" pitchFamily="34" charset="0"/>
              <a:buChar char="•"/>
            </a:pPr>
            <a:r>
              <a:rPr lang="en-US" sz="1000"/>
              <a:t>Housing Developers</a:t>
            </a:r>
          </a:p>
          <a:p>
            <a:pPr>
              <a:spcBef>
                <a:spcPct val="0"/>
              </a:spcBef>
            </a:pPr>
            <a:endParaRPr lang="en-US" sz="1000"/>
          </a:p>
        </p:txBody>
      </p:sp>
      <p:sp>
        <p:nvSpPr>
          <p:cNvPr id="10" name="TextBox 9">
            <a:extLst>
              <a:ext uri="{FF2B5EF4-FFF2-40B4-BE49-F238E27FC236}">
                <a16:creationId xmlns:a16="http://schemas.microsoft.com/office/drawing/2014/main" id="{31DD5482-5878-2CDF-2607-6B23D24AA9D1}"/>
              </a:ext>
            </a:extLst>
          </p:cNvPr>
          <p:cNvSpPr txBox="1"/>
          <p:nvPr/>
        </p:nvSpPr>
        <p:spPr>
          <a:xfrm>
            <a:off x="392431" y="878728"/>
            <a:ext cx="2850758" cy="256097"/>
          </a:xfrm>
          <a:prstGeom prst="rect">
            <a:avLst/>
          </a:prstGeom>
          <a:noFill/>
        </p:spPr>
        <p:txBody>
          <a:bodyPr vert="horz" wrap="none" lIns="90000" tIns="46800" rIns="90000" bIns="46800" rtlCol="0" anchor="ctr">
            <a:spAutoFit/>
          </a:bodyPr>
          <a:lstStyle/>
          <a:p>
            <a:pPr>
              <a:spcBef>
                <a:spcPct val="0"/>
              </a:spcBef>
            </a:pPr>
            <a:r>
              <a:rPr lang="en-US" sz="1050">
                <a:solidFill>
                  <a:schemeClr val="bg1"/>
                </a:solidFill>
              </a:rPr>
              <a:t>Smart Maintenance Operational Framework</a:t>
            </a:r>
          </a:p>
        </p:txBody>
      </p:sp>
      <p:sp>
        <p:nvSpPr>
          <p:cNvPr id="12" name="TextBox 11">
            <a:extLst>
              <a:ext uri="{FF2B5EF4-FFF2-40B4-BE49-F238E27FC236}">
                <a16:creationId xmlns:a16="http://schemas.microsoft.com/office/drawing/2014/main" id="{E8B3731A-F1A9-5D5D-2201-A0EAA827A428}"/>
              </a:ext>
            </a:extLst>
          </p:cNvPr>
          <p:cNvSpPr txBox="1"/>
          <p:nvPr/>
        </p:nvSpPr>
        <p:spPr>
          <a:xfrm>
            <a:off x="2202754" y="382368"/>
            <a:ext cx="1209283" cy="263791"/>
          </a:xfrm>
          <a:prstGeom prst="rect">
            <a:avLst/>
          </a:prstGeom>
          <a:noFill/>
        </p:spPr>
        <p:txBody>
          <a:bodyPr vert="horz" wrap="none" lIns="90000" tIns="46800" rIns="90000" bIns="46800" rtlCol="0" anchor="ctr">
            <a:spAutoFit/>
          </a:bodyPr>
          <a:lstStyle/>
          <a:p>
            <a:pPr>
              <a:spcBef>
                <a:spcPct val="0"/>
              </a:spcBef>
            </a:pPr>
            <a:r>
              <a:rPr lang="en-US" sz="1100">
                <a:solidFill>
                  <a:schemeClr val="bg1"/>
                </a:solidFill>
              </a:rPr>
              <a:t>LS/Supply Chain</a:t>
            </a:r>
          </a:p>
        </p:txBody>
      </p:sp>
      <p:sp>
        <p:nvSpPr>
          <p:cNvPr id="3" name="TextBox 2">
            <a:extLst>
              <a:ext uri="{FF2B5EF4-FFF2-40B4-BE49-F238E27FC236}">
                <a16:creationId xmlns:a16="http://schemas.microsoft.com/office/drawing/2014/main" id="{07ECC4AE-2641-1067-2D03-2A57412F2550}"/>
              </a:ext>
            </a:extLst>
          </p:cNvPr>
          <p:cNvSpPr txBox="1"/>
          <p:nvPr/>
        </p:nvSpPr>
        <p:spPr>
          <a:xfrm flipH="1">
            <a:off x="9752294" y="1104655"/>
            <a:ext cx="2197794" cy="2802948"/>
          </a:xfrm>
          <a:prstGeom prst="rect">
            <a:avLst/>
          </a:prstGeom>
          <a:noFill/>
        </p:spPr>
        <p:txBody>
          <a:bodyPr vert="horz" wrap="square" lIns="90000" tIns="46800" rIns="90000" bIns="46800" rtlCol="0" anchor="ctr">
            <a:spAutoFit/>
          </a:bodyPr>
          <a:lstStyle/>
          <a:p>
            <a:pPr marL="171450" indent="-171450">
              <a:buFont typeface="Arial,Sans-Serif"/>
              <a:buChar char="•"/>
            </a:pPr>
            <a:r>
              <a:rPr lang="en-US" sz="1100" b="1"/>
              <a:t>Reduce</a:t>
            </a:r>
            <a:r>
              <a:rPr lang="en-US" sz="1100"/>
              <a:t> equipment replacement costs</a:t>
            </a:r>
          </a:p>
          <a:p>
            <a:pPr marL="171450" indent="-171450">
              <a:buFont typeface="Arial,Sans-Serif"/>
              <a:buChar char="•"/>
            </a:pPr>
            <a:r>
              <a:rPr lang="en-US" sz="1100" b="1"/>
              <a:t>Reduce</a:t>
            </a:r>
            <a:r>
              <a:rPr lang="en-US" sz="1100"/>
              <a:t> maintenance turn around time</a:t>
            </a:r>
          </a:p>
          <a:p>
            <a:pPr marL="171450" indent="-171450">
              <a:buFont typeface="Arial,Sans-Serif"/>
              <a:buChar char="•"/>
            </a:pPr>
            <a:r>
              <a:rPr lang="en-US" sz="1100" b="1"/>
              <a:t>Reduce</a:t>
            </a:r>
            <a:r>
              <a:rPr lang="en-US" sz="1100"/>
              <a:t> SME interruption hours</a:t>
            </a:r>
          </a:p>
          <a:p>
            <a:pPr marL="171450" indent="-171450">
              <a:buFont typeface="Arial,Sans-Serif"/>
              <a:buChar char="•"/>
            </a:pPr>
            <a:r>
              <a:rPr lang="en-US" sz="1100" b="1"/>
              <a:t>Reduce</a:t>
            </a:r>
            <a:r>
              <a:rPr lang="en-US" sz="1100"/>
              <a:t> unplanned downtime</a:t>
            </a:r>
          </a:p>
          <a:p>
            <a:pPr marL="171450" indent="-171450">
              <a:buFont typeface="Arial,Sans-Serif"/>
              <a:buChar char="•"/>
            </a:pPr>
            <a:r>
              <a:rPr lang="en-US" sz="1100" b="1"/>
              <a:t>Reduce</a:t>
            </a:r>
            <a:r>
              <a:rPr lang="en-US" sz="1100"/>
              <a:t> repeat failures / rework</a:t>
            </a:r>
          </a:p>
          <a:p>
            <a:pPr marL="171450" indent="-171450">
              <a:buFont typeface="Arial,Sans-Serif"/>
              <a:buChar char="•"/>
            </a:pPr>
            <a:r>
              <a:rPr lang="en-US" sz="1100" b="1"/>
              <a:t>Improve</a:t>
            </a:r>
            <a:r>
              <a:rPr lang="en-US" sz="1100"/>
              <a:t> SOP compliance</a:t>
            </a:r>
          </a:p>
          <a:p>
            <a:pPr marL="171450" indent="-171450">
              <a:buFont typeface="Arial,Sans-Serif"/>
              <a:buChar char="•"/>
            </a:pPr>
            <a:r>
              <a:rPr lang="en-US" sz="1100" b="1"/>
              <a:t>Increase</a:t>
            </a:r>
            <a:r>
              <a:rPr lang="en-US" sz="1100"/>
              <a:t> staff confidence &amp;competency</a:t>
            </a:r>
          </a:p>
          <a:p>
            <a:pPr marL="171450" indent="-171450">
              <a:buFont typeface="Arial,Sans-Serif"/>
              <a:buChar char="•"/>
            </a:pPr>
            <a:r>
              <a:rPr lang="en-US" sz="1100" b="1"/>
              <a:t>Increase</a:t>
            </a:r>
            <a:r>
              <a:rPr lang="en-US" sz="1100"/>
              <a:t> productivity per technician</a:t>
            </a:r>
            <a:endParaRPr lang="en-GB" sz="1100"/>
          </a:p>
          <a:p>
            <a:pPr algn="l">
              <a:spcBef>
                <a:spcPct val="0"/>
              </a:spcBef>
            </a:pPr>
            <a:endParaRPr lang="en-US" sz="1100"/>
          </a:p>
        </p:txBody>
      </p:sp>
    </p:spTree>
    <p:extLst>
      <p:ext uri="{BB962C8B-B14F-4D97-AF65-F5344CB8AC3E}">
        <p14:creationId xmlns:p14="http://schemas.microsoft.com/office/powerpoint/2010/main" val="34877217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FAD95F-9588-364B-96A1-9BDA5E03DF8C}"/>
            </a:ext>
          </a:extLst>
        </p:cNvPr>
        <p:cNvGrpSpPr/>
        <p:nvPr/>
      </p:nvGrpSpPr>
      <p:grpSpPr>
        <a:xfrm>
          <a:off x="0" y="0"/>
          <a:ext cx="0" cy="0"/>
          <a:chOff x="0" y="0"/>
          <a:chExt cx="0" cy="0"/>
        </a:xfrm>
      </p:grpSpPr>
      <p:cxnSp>
        <p:nvCxnSpPr>
          <p:cNvPr id="360" name="Elbow Connector 80">
            <a:extLst>
              <a:ext uri="{FF2B5EF4-FFF2-40B4-BE49-F238E27FC236}">
                <a16:creationId xmlns:a16="http://schemas.microsoft.com/office/drawing/2014/main" id="{8AC0DA39-D29D-8823-E00C-07C5984DE35C}"/>
              </a:ext>
            </a:extLst>
          </p:cNvPr>
          <p:cNvCxnSpPr>
            <a:cxnSpLocks/>
          </p:cNvCxnSpPr>
          <p:nvPr/>
        </p:nvCxnSpPr>
        <p:spPr>
          <a:xfrm flipH="1" flipV="1">
            <a:off x="9632529" y="2749797"/>
            <a:ext cx="402678" cy="1027328"/>
          </a:xfrm>
          <a:prstGeom prst="bentConnector3">
            <a:avLst>
              <a:gd name="adj1" fmla="val 70699"/>
            </a:avLst>
          </a:prstGeom>
          <a:ln w="635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29" name="Footer Placeholder 28">
            <a:extLst>
              <a:ext uri="{FF2B5EF4-FFF2-40B4-BE49-F238E27FC236}">
                <a16:creationId xmlns:a16="http://schemas.microsoft.com/office/drawing/2014/main" id="{9B9D99A8-A1D6-D16C-4546-3991A45A95D3}"/>
              </a:ext>
            </a:extLst>
          </p:cNvPr>
          <p:cNvSpPr>
            <a:spLocks noGrp="1"/>
          </p:cNvSpPr>
          <p:nvPr>
            <p:ph type="ftr" sz="quarter" idx="11"/>
          </p:nvPr>
        </p:nvSpPr>
        <p:spPr/>
        <p:txBody>
          <a:bodyPr/>
          <a:lstStyle/>
          <a:p>
            <a:r>
              <a:rPr lang="en-US"/>
              <a:t>Presentation Title | Author | Date</a:t>
            </a:r>
          </a:p>
        </p:txBody>
      </p:sp>
      <p:sp>
        <p:nvSpPr>
          <p:cNvPr id="320" name="Title 319">
            <a:extLst>
              <a:ext uri="{FF2B5EF4-FFF2-40B4-BE49-F238E27FC236}">
                <a16:creationId xmlns:a16="http://schemas.microsoft.com/office/drawing/2014/main" id="{BA325BAD-E8EC-BE6A-70DB-4EF5421F6B4E}"/>
              </a:ext>
            </a:extLst>
          </p:cNvPr>
          <p:cNvSpPr>
            <a:spLocks noGrp="1"/>
          </p:cNvSpPr>
          <p:nvPr>
            <p:ph type="title"/>
          </p:nvPr>
        </p:nvSpPr>
        <p:spPr/>
        <p:txBody>
          <a:bodyPr/>
          <a:lstStyle/>
          <a:p>
            <a:r>
              <a:rPr lang="en-US"/>
              <a:t>Use Case Scope in the Business Process</a:t>
            </a:r>
          </a:p>
        </p:txBody>
      </p:sp>
      <p:sp>
        <p:nvSpPr>
          <p:cNvPr id="6" name="TextBox 5">
            <a:extLst>
              <a:ext uri="{FF2B5EF4-FFF2-40B4-BE49-F238E27FC236}">
                <a16:creationId xmlns:a16="http://schemas.microsoft.com/office/drawing/2014/main" id="{5F506E72-5E11-CB94-E4BD-17EAA9778A6F}"/>
              </a:ext>
            </a:extLst>
          </p:cNvPr>
          <p:cNvSpPr txBox="1"/>
          <p:nvPr/>
        </p:nvSpPr>
        <p:spPr>
          <a:xfrm>
            <a:off x="196079" y="1887269"/>
            <a:ext cx="927445" cy="356124"/>
          </a:xfrm>
          <a:prstGeom prst="rect">
            <a:avLst/>
          </a:prstGeom>
          <a:noFill/>
          <a:ln>
            <a:noFill/>
          </a:ln>
        </p:spPr>
        <p:txBody>
          <a:bodyPr vert="horz" wrap="square" lIns="90000" tIns="46800" rIns="90000" bIns="46800" rtlCol="0" anchor="ctr">
            <a:spAutoFit/>
          </a:bodyPr>
          <a:lstStyle/>
          <a:p>
            <a:pPr marL="0" marR="0" lvl="0" indent="0" algn="r" defTabSz="914400" rtl="0" eaLnBrk="1" fontAlgn="auto" latinLnBrk="0" hangingPunct="1">
              <a:lnSpc>
                <a:spcPct val="100000"/>
              </a:lnSpc>
              <a:spcBef>
                <a:spcPct val="0"/>
              </a:spcBef>
              <a:spcAft>
                <a:spcPts val="0"/>
              </a:spcAft>
              <a:buClrTx/>
              <a:buSzTx/>
              <a:buFontTx/>
              <a:buNone/>
              <a:tabLst/>
              <a:defRPr/>
            </a:pPr>
            <a:r>
              <a:rPr kumimoji="0" lang="en-US" sz="1000" b="1" i="0" u="none" strike="noStrike" kern="1200" cap="none" spc="0" normalizeH="0" baseline="0" noProof="0">
                <a:ln>
                  <a:noFill/>
                </a:ln>
                <a:effectLst/>
                <a:uLnTx/>
                <a:uFillTx/>
                <a:latin typeface="Ubuntu"/>
                <a:ea typeface="+mn-ea"/>
                <a:cs typeface="+mn-cs"/>
              </a:rPr>
              <a:t>L2</a:t>
            </a:r>
            <a:br>
              <a:rPr kumimoji="0" lang="en-US" sz="1100" b="0" i="1" u="none" strike="noStrike" kern="1200" cap="none" spc="0" normalizeH="0" baseline="0" noProof="0">
                <a:ln>
                  <a:noFill/>
                </a:ln>
                <a:effectLst/>
                <a:uLnTx/>
                <a:uFillTx/>
                <a:latin typeface="Ubuntu"/>
                <a:ea typeface="+mn-ea"/>
                <a:cs typeface="+mn-cs"/>
              </a:rPr>
            </a:br>
            <a:r>
              <a:rPr kumimoji="0" lang="en-US" sz="700" b="0" i="1" u="none" strike="noStrike" kern="1200" cap="none" spc="0" normalizeH="0" baseline="0" noProof="0">
                <a:ln>
                  <a:noFill/>
                </a:ln>
                <a:effectLst/>
                <a:uLnTx/>
                <a:uFillTx/>
                <a:latin typeface="Ubuntu"/>
                <a:ea typeface="+mn-ea"/>
                <a:cs typeface="+mn-cs"/>
              </a:rPr>
              <a:t>4 sub-processes</a:t>
            </a:r>
            <a:endParaRPr kumimoji="0" lang="en-US" sz="800" b="0" i="1" u="none" strike="noStrike" kern="1200" cap="none" spc="0" normalizeH="0" baseline="0" noProof="0">
              <a:ln>
                <a:noFill/>
              </a:ln>
              <a:effectLst/>
              <a:uLnTx/>
              <a:uFillTx/>
              <a:latin typeface="Ubuntu"/>
              <a:ea typeface="+mn-ea"/>
              <a:cs typeface="+mn-cs"/>
            </a:endParaRPr>
          </a:p>
        </p:txBody>
      </p:sp>
      <p:sp>
        <p:nvSpPr>
          <p:cNvPr id="8" name="TextBox 7">
            <a:extLst>
              <a:ext uri="{FF2B5EF4-FFF2-40B4-BE49-F238E27FC236}">
                <a16:creationId xmlns:a16="http://schemas.microsoft.com/office/drawing/2014/main" id="{C17B91A9-1CA2-754B-FF70-63A022C019B3}"/>
              </a:ext>
            </a:extLst>
          </p:cNvPr>
          <p:cNvSpPr txBox="1"/>
          <p:nvPr/>
        </p:nvSpPr>
        <p:spPr>
          <a:xfrm>
            <a:off x="636707" y="1716340"/>
            <a:ext cx="326028" cy="248402"/>
          </a:xfrm>
          <a:prstGeom prst="rect">
            <a:avLst/>
          </a:prstGeom>
          <a:noFill/>
        </p:spPr>
        <p:txBody>
          <a:bodyPr vert="horz" wrap="none" lIns="90000" tIns="46800" rIns="90000" bIns="46800" rtlCol="0" anchor="ctr">
            <a:spAutoFit/>
          </a:bodyPr>
          <a:lstStyle/>
          <a:p>
            <a:pPr marL="0" marR="0" lvl="0" indent="0" algn="r" defTabSz="914400" rtl="0" eaLnBrk="1" fontAlgn="auto" latinLnBrk="0" hangingPunct="1">
              <a:lnSpc>
                <a:spcPct val="100000"/>
              </a:lnSpc>
              <a:spcBef>
                <a:spcPct val="0"/>
              </a:spcBef>
              <a:spcAft>
                <a:spcPts val="0"/>
              </a:spcAft>
              <a:buClrTx/>
              <a:buSzTx/>
              <a:buFontTx/>
              <a:buNone/>
              <a:tabLst/>
              <a:defRPr/>
            </a:pPr>
            <a:r>
              <a:rPr kumimoji="0" lang="en-US" sz="1000" b="1" i="0" u="none" strike="noStrike" kern="1200" cap="none" spc="0" normalizeH="0" baseline="0" noProof="0">
                <a:ln>
                  <a:noFill/>
                </a:ln>
                <a:solidFill>
                  <a:srgbClr val="FFFFFF"/>
                </a:solidFill>
                <a:effectLst/>
                <a:uLnTx/>
                <a:uFillTx/>
                <a:latin typeface="Ubuntu"/>
                <a:ea typeface="+mn-ea"/>
                <a:cs typeface="+mn-cs"/>
              </a:rPr>
              <a:t>L1</a:t>
            </a:r>
          </a:p>
        </p:txBody>
      </p:sp>
      <p:sp>
        <p:nvSpPr>
          <p:cNvPr id="9" name="TextBox 8">
            <a:extLst>
              <a:ext uri="{FF2B5EF4-FFF2-40B4-BE49-F238E27FC236}">
                <a16:creationId xmlns:a16="http://schemas.microsoft.com/office/drawing/2014/main" id="{49968A44-E3F2-9062-0365-91995BEF1E62}"/>
              </a:ext>
            </a:extLst>
          </p:cNvPr>
          <p:cNvSpPr txBox="1"/>
          <p:nvPr/>
        </p:nvSpPr>
        <p:spPr>
          <a:xfrm>
            <a:off x="298979" y="2628950"/>
            <a:ext cx="827541" cy="356124"/>
          </a:xfrm>
          <a:prstGeom prst="rect">
            <a:avLst/>
          </a:prstGeom>
          <a:noFill/>
          <a:ln>
            <a:noFill/>
          </a:ln>
        </p:spPr>
        <p:txBody>
          <a:bodyPr vert="horz" wrap="square" lIns="90000" tIns="46800" rIns="90000" bIns="46800" rtlCol="0" anchor="ctr">
            <a:spAutoFit/>
          </a:bodyPr>
          <a:lstStyle/>
          <a:p>
            <a:pPr marL="0" marR="0" lvl="0" indent="0" algn="r" defTabSz="914400" rtl="0" eaLnBrk="1" fontAlgn="auto" latinLnBrk="0" hangingPunct="1">
              <a:lnSpc>
                <a:spcPct val="100000"/>
              </a:lnSpc>
              <a:spcBef>
                <a:spcPct val="0"/>
              </a:spcBef>
              <a:spcAft>
                <a:spcPts val="0"/>
              </a:spcAft>
              <a:buClrTx/>
              <a:buSzTx/>
              <a:buFontTx/>
              <a:buNone/>
              <a:tabLst/>
              <a:defRPr/>
            </a:pPr>
            <a:r>
              <a:rPr kumimoji="0" lang="en-US" sz="1000" b="1" i="0" u="none" strike="noStrike" kern="1200" cap="none" spc="0" normalizeH="0" baseline="0" noProof="0">
                <a:ln>
                  <a:noFill/>
                </a:ln>
                <a:effectLst/>
                <a:uLnTx/>
                <a:uFillTx/>
                <a:latin typeface="Ubuntu"/>
                <a:ea typeface="+mn-ea"/>
                <a:cs typeface="+mn-cs"/>
              </a:rPr>
              <a:t>L4</a:t>
            </a:r>
            <a:br>
              <a:rPr kumimoji="0" lang="en-US" sz="1100" b="0" i="1" u="none" strike="noStrike" kern="1200" cap="none" spc="0" normalizeH="0" baseline="0" noProof="0">
                <a:ln>
                  <a:noFill/>
                </a:ln>
                <a:effectLst/>
                <a:uLnTx/>
                <a:uFillTx/>
                <a:latin typeface="Ubuntu"/>
                <a:ea typeface="+mn-ea"/>
                <a:cs typeface="+mn-cs"/>
              </a:rPr>
            </a:br>
            <a:r>
              <a:rPr kumimoji="0" lang="en-US" sz="700" b="0" i="1" u="none" strike="noStrike" kern="1200" cap="none" spc="0" normalizeH="0" baseline="0" noProof="0">
                <a:ln>
                  <a:noFill/>
                </a:ln>
                <a:effectLst/>
                <a:uLnTx/>
                <a:uFillTx/>
                <a:latin typeface="Ubuntu"/>
                <a:ea typeface="+mn-ea"/>
                <a:cs typeface="+mn-cs"/>
              </a:rPr>
              <a:t>36 micro tasks</a:t>
            </a:r>
          </a:p>
        </p:txBody>
      </p:sp>
      <p:sp>
        <p:nvSpPr>
          <p:cNvPr id="10" name="TextBox 9">
            <a:extLst>
              <a:ext uri="{FF2B5EF4-FFF2-40B4-BE49-F238E27FC236}">
                <a16:creationId xmlns:a16="http://schemas.microsoft.com/office/drawing/2014/main" id="{4D606F00-70DA-AEF4-3C1D-AF67753A0A69}"/>
              </a:ext>
            </a:extLst>
          </p:cNvPr>
          <p:cNvSpPr txBox="1"/>
          <p:nvPr/>
        </p:nvSpPr>
        <p:spPr>
          <a:xfrm>
            <a:off x="1274556" y="1687678"/>
            <a:ext cx="10614111" cy="166951"/>
          </a:xfrm>
          <a:prstGeom prst="roundRect">
            <a:avLst/>
          </a:prstGeom>
          <a:noFill/>
          <a:ln>
            <a:solidFill>
              <a:schemeClr val="tx1"/>
            </a:solidFill>
          </a:ln>
        </p:spPr>
        <p:txBody>
          <a:bodyPr vert="horz" wrap="square" lIns="45720" tIns="45720" rIns="45720" bIns="46800" rtlCol="0" anchor="ctr">
            <a:noAutofit/>
          </a:bodyPr>
          <a:lstStyle>
            <a:defPPr>
              <a:defRPr lang="en-US"/>
            </a:defPPr>
            <a:lvl1pPr algn="ctr">
              <a:spcBef>
                <a:spcPct val="0"/>
              </a:spcBef>
              <a:defRPr sz="1000">
                <a:solidFill>
                  <a:srgbClr val="68D1F3"/>
                </a:solidFill>
                <a:latin typeface="Ubuntu"/>
              </a:defRPr>
            </a:lvl1pPr>
          </a:lstStyle>
          <a:p>
            <a:pPr>
              <a:defRPr/>
            </a:pPr>
            <a:r>
              <a:rPr lang="en-US" sz="1100" b="1">
                <a:solidFill>
                  <a:schemeClr val="tx1"/>
                </a:solidFill>
              </a:rPr>
              <a:t>Equipment Operations &amp; Maintenance</a:t>
            </a:r>
            <a:endParaRPr lang="en-US"/>
          </a:p>
        </p:txBody>
      </p:sp>
      <p:sp>
        <p:nvSpPr>
          <p:cNvPr id="12" name="Rectangle 11">
            <a:extLst>
              <a:ext uri="{FF2B5EF4-FFF2-40B4-BE49-F238E27FC236}">
                <a16:creationId xmlns:a16="http://schemas.microsoft.com/office/drawing/2014/main" id="{147BDC30-80E8-27A6-7347-0567A342BDC1}"/>
              </a:ext>
            </a:extLst>
          </p:cNvPr>
          <p:cNvSpPr/>
          <p:nvPr/>
        </p:nvSpPr>
        <p:spPr>
          <a:xfrm>
            <a:off x="1361519" y="4480790"/>
            <a:ext cx="10076170" cy="180000"/>
          </a:xfrm>
          <a:prstGeom prst="rect">
            <a:avLst/>
          </a:prstGeom>
          <a:noFill/>
          <a:ln>
            <a:solidFill>
              <a:schemeClr val="tx1"/>
            </a:solidFill>
          </a:ln>
        </p:spPr>
        <p:txBody>
          <a:bodyPr vert="horz" wrap="square" lIns="45720" tIns="45720" rIns="45720" bIns="4680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1000" b="0" i="0" u="none" strike="noStrike" kern="1200" cap="none" spc="0" normalizeH="0" baseline="0" noProof="0">
                <a:ln>
                  <a:noFill/>
                </a:ln>
                <a:effectLst/>
                <a:uLnTx/>
                <a:uFillTx/>
                <a:latin typeface="Ubuntu"/>
                <a:ea typeface="+mn-ea"/>
                <a:cs typeface="+mn-cs"/>
              </a:rPr>
              <a:t>Data platform, data governance, data management</a:t>
            </a:r>
          </a:p>
        </p:txBody>
      </p:sp>
      <p:sp>
        <p:nvSpPr>
          <p:cNvPr id="34" name="Rectangle 33">
            <a:extLst>
              <a:ext uri="{FF2B5EF4-FFF2-40B4-BE49-F238E27FC236}">
                <a16:creationId xmlns:a16="http://schemas.microsoft.com/office/drawing/2014/main" id="{32B54E33-4135-FFEA-EAC2-A1C9B8EA8DD7}"/>
              </a:ext>
            </a:extLst>
          </p:cNvPr>
          <p:cNvSpPr/>
          <p:nvPr/>
        </p:nvSpPr>
        <p:spPr>
          <a:xfrm>
            <a:off x="957895" y="3504810"/>
            <a:ext cx="1165326" cy="230832"/>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t"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chemeClr val="bg1"/>
                </a:solidFill>
                <a:effectLst/>
                <a:uLnTx/>
                <a:uFillTx/>
                <a:latin typeface="Ubuntu"/>
                <a:ea typeface="+mn-ea"/>
                <a:cs typeface="+mn-cs"/>
              </a:rPr>
              <a:t>Content Manager</a:t>
            </a:r>
            <a:endParaRPr lang="en-US" sz="900" b="0" i="0" u="none" strike="noStrike" kern="1200" cap="none" spc="0" normalizeH="0" baseline="0" noProof="0">
              <a:ln>
                <a:noFill/>
              </a:ln>
              <a:solidFill>
                <a:schemeClr val="bg1"/>
              </a:solidFill>
              <a:effectLst/>
              <a:uLnTx/>
              <a:uFillTx/>
              <a:latin typeface="Ubuntu"/>
            </a:endParaRPr>
          </a:p>
        </p:txBody>
      </p:sp>
      <p:grpSp>
        <p:nvGrpSpPr>
          <p:cNvPr id="35" name="Group 34">
            <a:extLst>
              <a:ext uri="{FF2B5EF4-FFF2-40B4-BE49-F238E27FC236}">
                <a16:creationId xmlns:a16="http://schemas.microsoft.com/office/drawing/2014/main" id="{71B53C1C-FAFE-BFEA-F1B8-FF7F82B50BE3}"/>
              </a:ext>
            </a:extLst>
          </p:cNvPr>
          <p:cNvGrpSpPr/>
          <p:nvPr/>
        </p:nvGrpSpPr>
        <p:grpSpPr>
          <a:xfrm>
            <a:off x="1433981" y="3064566"/>
            <a:ext cx="230087" cy="230087"/>
            <a:chOff x="2000422" y="2990995"/>
            <a:chExt cx="253345" cy="253345"/>
          </a:xfrm>
        </p:grpSpPr>
        <p:sp>
          <p:nvSpPr>
            <p:cNvPr id="40" name="Rectangle 39">
              <a:extLst>
                <a:ext uri="{FF2B5EF4-FFF2-40B4-BE49-F238E27FC236}">
                  <a16:creationId xmlns:a16="http://schemas.microsoft.com/office/drawing/2014/main" id="{B93EDE42-BF7C-8605-EC68-5D28FE85A9AC}"/>
                </a:ext>
              </a:extLst>
            </p:cNvPr>
            <p:cNvSpPr/>
            <p:nvPr/>
          </p:nvSpPr>
          <p:spPr>
            <a:xfrm>
              <a:off x="2006167" y="2996740"/>
              <a:ext cx="241856" cy="241856"/>
            </a:xfrm>
            <a:prstGeom prst="rect">
              <a:avLst/>
            </a:prstGeom>
            <a:solidFill>
              <a:srgbClr val="F3455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FR" sz="1400" b="0" i="0" u="none" strike="noStrike" kern="1200" cap="none" spc="0" normalizeH="0" baseline="0" noProof="0" err="1">
                <a:ln>
                  <a:noFill/>
                </a:ln>
                <a:solidFill>
                  <a:schemeClr val="tx1"/>
                </a:solidFill>
                <a:effectLst/>
                <a:uLnTx/>
                <a:uFillTx/>
                <a:latin typeface="Ubuntu"/>
                <a:ea typeface="+mn-ea"/>
                <a:cs typeface="+mn-cs"/>
              </a:endParaRPr>
            </a:p>
          </p:txBody>
        </p:sp>
        <p:pic>
          <p:nvPicPr>
            <p:cNvPr id="43" name="Graphic 42">
              <a:extLst>
                <a:ext uri="{FF2B5EF4-FFF2-40B4-BE49-F238E27FC236}">
                  <a16:creationId xmlns:a16="http://schemas.microsoft.com/office/drawing/2014/main" id="{B4E82422-97CC-5FFD-0E51-A70D128D125D}"/>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2000422" y="2990995"/>
              <a:ext cx="253345" cy="253345"/>
            </a:xfrm>
            <a:prstGeom prst="rect">
              <a:avLst/>
            </a:prstGeom>
          </p:spPr>
        </p:pic>
      </p:grpSp>
      <p:sp>
        <p:nvSpPr>
          <p:cNvPr id="44" name="Rectangle 43">
            <a:extLst>
              <a:ext uri="{FF2B5EF4-FFF2-40B4-BE49-F238E27FC236}">
                <a16:creationId xmlns:a16="http://schemas.microsoft.com/office/drawing/2014/main" id="{41AE624B-2D7F-75F9-897D-997B175A210B}"/>
              </a:ext>
            </a:extLst>
          </p:cNvPr>
          <p:cNvSpPr/>
          <p:nvPr/>
        </p:nvSpPr>
        <p:spPr>
          <a:xfrm>
            <a:off x="2133244" y="3459423"/>
            <a:ext cx="1000820" cy="230832"/>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t"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chemeClr val="bg1"/>
                </a:solidFill>
                <a:effectLst/>
                <a:uLnTx/>
                <a:uFillTx/>
                <a:latin typeface="Ubuntu"/>
                <a:ea typeface="+mn-ea"/>
                <a:cs typeface="+mn-cs"/>
              </a:rPr>
              <a:t>Territory Selector</a:t>
            </a:r>
            <a:endParaRPr lang="en-US" sz="900" b="0" i="0" u="none" strike="noStrike" kern="1200" cap="none" spc="0" normalizeH="0" baseline="0" noProof="0">
              <a:ln>
                <a:noFill/>
              </a:ln>
              <a:solidFill>
                <a:schemeClr val="bg1"/>
              </a:solidFill>
              <a:effectLst/>
              <a:uLnTx/>
              <a:uFillTx/>
              <a:latin typeface="Ubuntu"/>
            </a:endParaRPr>
          </a:p>
        </p:txBody>
      </p:sp>
      <p:sp>
        <p:nvSpPr>
          <p:cNvPr id="48" name="Rectangle 47">
            <a:extLst>
              <a:ext uri="{FF2B5EF4-FFF2-40B4-BE49-F238E27FC236}">
                <a16:creationId xmlns:a16="http://schemas.microsoft.com/office/drawing/2014/main" id="{610651B9-8090-17E6-9845-4E411B6466ED}"/>
              </a:ext>
            </a:extLst>
          </p:cNvPr>
          <p:cNvSpPr/>
          <p:nvPr/>
        </p:nvSpPr>
        <p:spPr>
          <a:xfrm>
            <a:off x="7543521" y="3504810"/>
            <a:ext cx="1165326" cy="230832"/>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t"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FFFFFF"/>
                </a:solidFill>
                <a:effectLst/>
                <a:uLnTx/>
                <a:uFillTx/>
                <a:latin typeface="Ubuntu"/>
                <a:ea typeface="+mn-ea"/>
                <a:cs typeface="+mn-cs"/>
              </a:rPr>
              <a:t>Sales Call Manager</a:t>
            </a:r>
            <a:endParaRPr lang="en-US" sz="900" b="0" i="0" u="none" strike="noStrike" kern="1200" cap="none" spc="0" normalizeH="0" baseline="0" noProof="0">
              <a:ln>
                <a:noFill/>
              </a:ln>
              <a:solidFill>
                <a:srgbClr val="FFFFFF"/>
              </a:solidFill>
              <a:effectLst/>
              <a:uLnTx/>
              <a:uFillTx/>
              <a:latin typeface="Ubuntu"/>
            </a:endParaRPr>
          </a:p>
        </p:txBody>
      </p:sp>
      <p:grpSp>
        <p:nvGrpSpPr>
          <p:cNvPr id="57" name="Group 56">
            <a:extLst>
              <a:ext uri="{FF2B5EF4-FFF2-40B4-BE49-F238E27FC236}">
                <a16:creationId xmlns:a16="http://schemas.microsoft.com/office/drawing/2014/main" id="{179DF73D-88F6-EC41-D173-34C822D49D4B}"/>
              </a:ext>
            </a:extLst>
          </p:cNvPr>
          <p:cNvGrpSpPr/>
          <p:nvPr/>
        </p:nvGrpSpPr>
        <p:grpSpPr>
          <a:xfrm>
            <a:off x="8210681" y="3064566"/>
            <a:ext cx="230087" cy="230087"/>
            <a:chOff x="2000422" y="2990995"/>
            <a:chExt cx="253345" cy="253345"/>
          </a:xfrm>
        </p:grpSpPr>
        <p:sp>
          <p:nvSpPr>
            <p:cNvPr id="58" name="Rectangle 57">
              <a:extLst>
                <a:ext uri="{FF2B5EF4-FFF2-40B4-BE49-F238E27FC236}">
                  <a16:creationId xmlns:a16="http://schemas.microsoft.com/office/drawing/2014/main" id="{0C05D598-0267-9D04-6C5C-4C746CE98722}"/>
                </a:ext>
              </a:extLst>
            </p:cNvPr>
            <p:cNvSpPr/>
            <p:nvPr/>
          </p:nvSpPr>
          <p:spPr>
            <a:xfrm>
              <a:off x="2006167" y="2996740"/>
              <a:ext cx="241856" cy="241856"/>
            </a:xfrm>
            <a:prstGeom prst="rect">
              <a:avLst/>
            </a:prstGeom>
            <a:solidFill>
              <a:srgbClr val="F3455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FR" sz="1400" b="0" i="0" u="none" strike="noStrike" kern="1200" cap="none" spc="0" normalizeH="0" baseline="0" noProof="0" err="1">
                <a:ln>
                  <a:noFill/>
                </a:ln>
                <a:solidFill>
                  <a:schemeClr val="tx1"/>
                </a:solidFill>
                <a:effectLst/>
                <a:uLnTx/>
                <a:uFillTx/>
                <a:latin typeface="Ubuntu"/>
                <a:ea typeface="+mn-ea"/>
                <a:cs typeface="+mn-cs"/>
              </a:endParaRPr>
            </a:p>
          </p:txBody>
        </p:sp>
        <p:pic>
          <p:nvPicPr>
            <p:cNvPr id="63" name="Graphic 62">
              <a:extLst>
                <a:ext uri="{FF2B5EF4-FFF2-40B4-BE49-F238E27FC236}">
                  <a16:creationId xmlns:a16="http://schemas.microsoft.com/office/drawing/2014/main" id="{E91061D6-A9E2-88C3-ED82-678A4AEA9B03}"/>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2000422" y="2990995"/>
              <a:ext cx="253345" cy="253345"/>
            </a:xfrm>
            <a:prstGeom prst="rect">
              <a:avLst/>
            </a:prstGeom>
          </p:spPr>
        </p:pic>
      </p:grpSp>
      <p:grpSp>
        <p:nvGrpSpPr>
          <p:cNvPr id="65" name="Group 64">
            <a:extLst>
              <a:ext uri="{FF2B5EF4-FFF2-40B4-BE49-F238E27FC236}">
                <a16:creationId xmlns:a16="http://schemas.microsoft.com/office/drawing/2014/main" id="{23A8D377-B7B6-DA9F-B17E-1DE377C17E86}"/>
              </a:ext>
            </a:extLst>
          </p:cNvPr>
          <p:cNvGrpSpPr/>
          <p:nvPr/>
        </p:nvGrpSpPr>
        <p:grpSpPr>
          <a:xfrm>
            <a:off x="9284925" y="3054269"/>
            <a:ext cx="230087" cy="230087"/>
            <a:chOff x="9538599" y="2919469"/>
            <a:chExt cx="230087" cy="230087"/>
          </a:xfrm>
        </p:grpSpPr>
        <p:sp>
          <p:nvSpPr>
            <p:cNvPr id="66" name="Rectangle 65">
              <a:extLst>
                <a:ext uri="{FF2B5EF4-FFF2-40B4-BE49-F238E27FC236}">
                  <a16:creationId xmlns:a16="http://schemas.microsoft.com/office/drawing/2014/main" id="{E68A3592-45E5-EBB7-D392-DF99343813BD}"/>
                </a:ext>
              </a:extLst>
            </p:cNvPr>
            <p:cNvSpPr/>
            <p:nvPr/>
          </p:nvSpPr>
          <p:spPr>
            <a:xfrm>
              <a:off x="9543817" y="2924687"/>
              <a:ext cx="219653" cy="219653"/>
            </a:xfrm>
            <a:prstGeom prst="rect">
              <a:avLst/>
            </a:prstGeom>
            <a:solidFill>
              <a:srgbClr val="F3455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FR" sz="1400" b="0" i="0" u="none" strike="noStrike" kern="1200" cap="none" spc="0" normalizeH="0" baseline="0" noProof="0" err="1">
                <a:ln>
                  <a:noFill/>
                </a:ln>
                <a:solidFill>
                  <a:schemeClr val="tx1"/>
                </a:solidFill>
                <a:effectLst/>
                <a:uLnTx/>
                <a:uFillTx/>
                <a:latin typeface="Ubuntu"/>
                <a:ea typeface="+mn-ea"/>
                <a:cs typeface="+mn-cs"/>
              </a:endParaRPr>
            </a:p>
          </p:txBody>
        </p:sp>
        <p:pic>
          <p:nvPicPr>
            <p:cNvPr id="67" name="Graphic 66">
              <a:extLst>
                <a:ext uri="{FF2B5EF4-FFF2-40B4-BE49-F238E27FC236}">
                  <a16:creationId xmlns:a16="http://schemas.microsoft.com/office/drawing/2014/main" id="{6B8EE191-3777-0D13-B068-A8C3F6B34978}"/>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9538599" y="2919469"/>
              <a:ext cx="230087" cy="230087"/>
            </a:xfrm>
            <a:prstGeom prst="rect">
              <a:avLst/>
            </a:prstGeom>
          </p:spPr>
        </p:pic>
      </p:grpSp>
      <p:cxnSp>
        <p:nvCxnSpPr>
          <p:cNvPr id="76" name="Elbow Connector 75">
            <a:extLst>
              <a:ext uri="{FF2B5EF4-FFF2-40B4-BE49-F238E27FC236}">
                <a16:creationId xmlns:a16="http://schemas.microsoft.com/office/drawing/2014/main" id="{A256A40B-A29E-CE0E-E186-680B6CC02CE0}"/>
              </a:ext>
            </a:extLst>
          </p:cNvPr>
          <p:cNvCxnSpPr>
            <a:cxnSpLocks/>
            <a:stCxn id="97" idx="4"/>
            <a:endCxn id="43" idx="0"/>
          </p:cNvCxnSpPr>
          <p:nvPr/>
        </p:nvCxnSpPr>
        <p:spPr>
          <a:xfrm rot="5400000">
            <a:off x="1464192" y="2898879"/>
            <a:ext cx="250520" cy="80854"/>
          </a:xfrm>
          <a:prstGeom prst="bentConnector3">
            <a:avLst>
              <a:gd name="adj1" fmla="val 50000"/>
            </a:avLst>
          </a:prstGeom>
          <a:ln w="635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77" name="Elbow Connector 76">
            <a:extLst>
              <a:ext uri="{FF2B5EF4-FFF2-40B4-BE49-F238E27FC236}">
                <a16:creationId xmlns:a16="http://schemas.microsoft.com/office/drawing/2014/main" id="{24CA2706-C7EF-9B12-66CC-FF4DCE90E0F1}"/>
              </a:ext>
            </a:extLst>
          </p:cNvPr>
          <p:cNvCxnSpPr>
            <a:cxnSpLocks/>
            <a:stCxn id="113" idx="4"/>
            <a:endCxn id="193" idx="0"/>
          </p:cNvCxnSpPr>
          <p:nvPr/>
        </p:nvCxnSpPr>
        <p:spPr>
          <a:xfrm rot="16200000" flipH="1">
            <a:off x="2094381" y="2880611"/>
            <a:ext cx="259138" cy="119208"/>
          </a:xfrm>
          <a:prstGeom prst="bentConnector3">
            <a:avLst>
              <a:gd name="adj1" fmla="val 50000"/>
            </a:avLst>
          </a:prstGeom>
          <a:ln w="635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78" name="Elbow Connector 77">
            <a:extLst>
              <a:ext uri="{FF2B5EF4-FFF2-40B4-BE49-F238E27FC236}">
                <a16:creationId xmlns:a16="http://schemas.microsoft.com/office/drawing/2014/main" id="{90F081F2-EA95-9CE5-8B25-0FDDAE7E2DEF}"/>
              </a:ext>
            </a:extLst>
          </p:cNvPr>
          <p:cNvCxnSpPr>
            <a:cxnSpLocks/>
            <a:stCxn id="101" idx="4"/>
            <a:endCxn id="220" idx="0"/>
          </p:cNvCxnSpPr>
          <p:nvPr/>
        </p:nvCxnSpPr>
        <p:spPr>
          <a:xfrm rot="5400000">
            <a:off x="4287965" y="2883323"/>
            <a:ext cx="249492" cy="123430"/>
          </a:xfrm>
          <a:prstGeom prst="bentConnector3">
            <a:avLst>
              <a:gd name="adj1" fmla="val 50000"/>
            </a:avLst>
          </a:prstGeom>
          <a:ln w="635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79" name="Elbow Connector 78">
            <a:extLst>
              <a:ext uri="{FF2B5EF4-FFF2-40B4-BE49-F238E27FC236}">
                <a16:creationId xmlns:a16="http://schemas.microsoft.com/office/drawing/2014/main" id="{421B6720-EC77-63FD-E1B8-059D30B614AD}"/>
              </a:ext>
            </a:extLst>
          </p:cNvPr>
          <p:cNvCxnSpPr>
            <a:cxnSpLocks/>
            <a:stCxn id="104" idx="4"/>
          </p:cNvCxnSpPr>
          <p:nvPr/>
        </p:nvCxnSpPr>
        <p:spPr>
          <a:xfrm>
            <a:off x="6497512" y="2797503"/>
            <a:ext cx="344813" cy="395847"/>
          </a:xfrm>
          <a:prstGeom prst="bentConnector3">
            <a:avLst>
              <a:gd name="adj1" fmla="val 50000"/>
            </a:avLst>
          </a:prstGeom>
          <a:ln w="635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84" name="TextBox 83">
            <a:extLst>
              <a:ext uri="{FF2B5EF4-FFF2-40B4-BE49-F238E27FC236}">
                <a16:creationId xmlns:a16="http://schemas.microsoft.com/office/drawing/2014/main" id="{000A384D-7D59-6F65-93AB-7336372CC6DC}"/>
              </a:ext>
            </a:extLst>
          </p:cNvPr>
          <p:cNvSpPr txBox="1"/>
          <p:nvPr/>
        </p:nvSpPr>
        <p:spPr>
          <a:xfrm>
            <a:off x="1123775" y="1912800"/>
            <a:ext cx="2774676" cy="216671"/>
          </a:xfrm>
          <a:prstGeom prst="roundRect">
            <a:avLst/>
          </a:prstGeom>
          <a:noFill/>
          <a:ln>
            <a:solidFill>
              <a:schemeClr val="tx1"/>
            </a:solidFill>
          </a:ln>
        </p:spPr>
        <p:txBody>
          <a:bodyPr vert="horz" wrap="square" lIns="45720" tIns="45720" rIns="45720" bIns="46800" rtlCol="0" anchor="ctr">
            <a:noAutofit/>
          </a:bodyPr>
          <a:lstStyle>
            <a:defPPr>
              <a:defRPr lang="en-US"/>
            </a:defPPr>
            <a:lvl1pPr algn="ctr">
              <a:spcBef>
                <a:spcPct val="0"/>
              </a:spcBef>
              <a:defRPr sz="1000">
                <a:solidFill>
                  <a:srgbClr val="68D1F3"/>
                </a:solidFill>
                <a:latin typeface="Ubuntu"/>
              </a:defRPr>
            </a:lvl1pPr>
          </a:lstStyle>
          <a:p>
            <a:pPr>
              <a:defRPr/>
            </a:pPr>
            <a:r>
              <a:rPr lang="en-US" sz="900">
                <a:solidFill>
                  <a:schemeClr val="tx1"/>
                </a:solidFill>
              </a:rPr>
              <a:t>Plan &amp; Prepare Maintenance Activities </a:t>
            </a:r>
            <a:endParaRPr lang="en-US">
              <a:ea typeface="+mn-ea"/>
              <a:cs typeface="+mn-cs"/>
            </a:endParaRPr>
          </a:p>
        </p:txBody>
      </p:sp>
      <p:sp>
        <p:nvSpPr>
          <p:cNvPr id="85" name="TextBox 84">
            <a:extLst>
              <a:ext uri="{FF2B5EF4-FFF2-40B4-BE49-F238E27FC236}">
                <a16:creationId xmlns:a16="http://schemas.microsoft.com/office/drawing/2014/main" id="{69EDF0DE-C92F-29D1-A20E-093450104C39}"/>
              </a:ext>
            </a:extLst>
          </p:cNvPr>
          <p:cNvSpPr txBox="1"/>
          <p:nvPr/>
        </p:nvSpPr>
        <p:spPr>
          <a:xfrm>
            <a:off x="3955689" y="1912800"/>
            <a:ext cx="2020940" cy="216671"/>
          </a:xfrm>
          <a:prstGeom prst="roundRect">
            <a:avLst/>
          </a:prstGeom>
          <a:noFill/>
          <a:ln>
            <a:solidFill>
              <a:schemeClr val="tx1"/>
            </a:solidFill>
          </a:ln>
        </p:spPr>
        <p:txBody>
          <a:bodyPr vert="horz" wrap="square" lIns="45720" tIns="45720" rIns="45720" bIns="46800" rtlCol="0" anchor="ctr">
            <a:noAutofit/>
          </a:bodyPr>
          <a:lstStyle>
            <a:defPPr>
              <a:defRPr lang="en-US"/>
            </a:defPPr>
            <a:lvl1pPr algn="ctr">
              <a:spcBef>
                <a:spcPct val="0"/>
              </a:spcBef>
              <a:defRPr sz="1000">
                <a:solidFill>
                  <a:srgbClr val="68D1F3"/>
                </a:solidFill>
                <a:latin typeface="Ubuntu"/>
              </a:defRPr>
            </a:lvl1pPr>
          </a:lstStyle>
          <a:p>
            <a:pPr>
              <a:defRPr/>
            </a:pPr>
            <a:r>
              <a:rPr lang="en-US" sz="800">
                <a:solidFill>
                  <a:schemeClr val="tx1"/>
                </a:solidFill>
              </a:rPr>
              <a:t>Execute Maintenance &amp; Support Operations</a:t>
            </a:r>
            <a:endParaRPr lang="en-US" sz="800">
              <a:solidFill>
                <a:schemeClr val="tx1"/>
              </a:solidFill>
              <a:ea typeface="+mn-ea"/>
              <a:cs typeface="+mn-cs"/>
            </a:endParaRPr>
          </a:p>
        </p:txBody>
      </p:sp>
      <p:sp>
        <p:nvSpPr>
          <p:cNvPr id="86" name="TextBox 85">
            <a:extLst>
              <a:ext uri="{FF2B5EF4-FFF2-40B4-BE49-F238E27FC236}">
                <a16:creationId xmlns:a16="http://schemas.microsoft.com/office/drawing/2014/main" id="{F99D274A-E198-3217-66F4-C1682187A628}"/>
              </a:ext>
            </a:extLst>
          </p:cNvPr>
          <p:cNvSpPr txBox="1"/>
          <p:nvPr/>
        </p:nvSpPr>
        <p:spPr>
          <a:xfrm>
            <a:off x="6106986" y="1903155"/>
            <a:ext cx="2723707" cy="216670"/>
          </a:xfrm>
          <a:prstGeom prst="roundRect">
            <a:avLst/>
          </a:prstGeom>
          <a:noFill/>
          <a:ln>
            <a:solidFill>
              <a:schemeClr val="tx1"/>
            </a:solidFill>
          </a:ln>
        </p:spPr>
        <p:txBody>
          <a:bodyPr vert="horz" wrap="square" lIns="45720" tIns="45720" rIns="45720" bIns="46800" rtlCol="0" anchor="ctr">
            <a:noAutofit/>
          </a:bodyPr>
          <a:lstStyle>
            <a:defPPr>
              <a:defRPr lang="en-US"/>
            </a:defPPr>
            <a:lvl1pPr algn="ctr">
              <a:spcBef>
                <a:spcPct val="0"/>
              </a:spcBef>
              <a:defRPr sz="1000">
                <a:solidFill>
                  <a:srgbClr val="68D1F3"/>
                </a:solidFill>
                <a:latin typeface="Ubuntu"/>
              </a:defRPr>
            </a:lvl1pPr>
          </a:lstStyle>
          <a:p>
            <a:pPr>
              <a:defRPr/>
            </a:pPr>
            <a:r>
              <a:rPr lang="en-US" sz="900">
                <a:solidFill>
                  <a:schemeClr val="tx1"/>
                </a:solidFill>
              </a:rPr>
              <a:t>Monitor, Predict &amp; Protect Equipment Health</a:t>
            </a:r>
            <a:endParaRPr lang="en-US"/>
          </a:p>
        </p:txBody>
      </p:sp>
      <p:sp>
        <p:nvSpPr>
          <p:cNvPr id="87" name="TextBox 86">
            <a:extLst>
              <a:ext uri="{FF2B5EF4-FFF2-40B4-BE49-F238E27FC236}">
                <a16:creationId xmlns:a16="http://schemas.microsoft.com/office/drawing/2014/main" id="{CDD51649-D67D-AE6D-D610-BC1F8EA248CE}"/>
              </a:ext>
            </a:extLst>
          </p:cNvPr>
          <p:cNvSpPr txBox="1"/>
          <p:nvPr/>
        </p:nvSpPr>
        <p:spPr>
          <a:xfrm>
            <a:off x="9018924" y="1912799"/>
            <a:ext cx="2709817" cy="219456"/>
          </a:xfrm>
          <a:prstGeom prst="roundRect">
            <a:avLst/>
          </a:prstGeom>
          <a:noFill/>
          <a:ln>
            <a:solidFill>
              <a:schemeClr val="tx1"/>
            </a:solidFill>
          </a:ln>
        </p:spPr>
        <p:txBody>
          <a:bodyPr vert="horz" wrap="square" lIns="45720" tIns="45720" rIns="45720" bIns="46800" rtlCol="0" anchor="ctr">
            <a:noAutofit/>
          </a:bodyPr>
          <a:lstStyle>
            <a:defPPr>
              <a:defRPr lang="en-US"/>
            </a:defPPr>
            <a:lvl1pPr algn="ctr">
              <a:spcBef>
                <a:spcPct val="0"/>
              </a:spcBef>
              <a:defRPr sz="1000">
                <a:solidFill>
                  <a:srgbClr val="68D1F3"/>
                </a:solidFill>
                <a:latin typeface="Ubuntu"/>
              </a:defRPr>
            </a:lvl1pPr>
          </a:lstStyle>
          <a:p>
            <a:pPr>
              <a:defRPr/>
            </a:pPr>
            <a:r>
              <a:rPr lang="en-US" sz="900">
                <a:solidFill>
                  <a:schemeClr val="tx1"/>
                </a:solidFill>
              </a:rPr>
              <a:t>Quality, Compliance &amp; Decision Support </a:t>
            </a:r>
            <a:endParaRPr lang="en-US"/>
          </a:p>
        </p:txBody>
      </p:sp>
      <p:sp>
        <p:nvSpPr>
          <p:cNvPr id="88" name="TextBox 87">
            <a:extLst>
              <a:ext uri="{FF2B5EF4-FFF2-40B4-BE49-F238E27FC236}">
                <a16:creationId xmlns:a16="http://schemas.microsoft.com/office/drawing/2014/main" id="{DD84A230-D8F4-42A3-2819-913EB988CE32}"/>
              </a:ext>
            </a:extLst>
          </p:cNvPr>
          <p:cNvSpPr txBox="1"/>
          <p:nvPr/>
        </p:nvSpPr>
        <p:spPr>
          <a:xfrm>
            <a:off x="196079" y="2384132"/>
            <a:ext cx="927445" cy="356124"/>
          </a:xfrm>
          <a:prstGeom prst="rect">
            <a:avLst/>
          </a:prstGeom>
          <a:noFill/>
          <a:ln>
            <a:noFill/>
          </a:ln>
        </p:spPr>
        <p:txBody>
          <a:bodyPr vert="horz" wrap="square" lIns="90000" tIns="46800" rIns="90000" bIns="46800" rtlCol="0" anchor="ctr">
            <a:spAutoFit/>
          </a:bodyPr>
          <a:lstStyle/>
          <a:p>
            <a:pPr marL="0" marR="0" lvl="0" indent="0" algn="r" defTabSz="914400" rtl="0" eaLnBrk="1" fontAlgn="auto" latinLnBrk="0" hangingPunct="1">
              <a:lnSpc>
                <a:spcPct val="100000"/>
              </a:lnSpc>
              <a:spcBef>
                <a:spcPct val="0"/>
              </a:spcBef>
              <a:spcAft>
                <a:spcPts val="0"/>
              </a:spcAft>
              <a:buClrTx/>
              <a:buSzTx/>
              <a:buFontTx/>
              <a:buNone/>
              <a:tabLst/>
              <a:defRPr/>
            </a:pPr>
            <a:r>
              <a:rPr kumimoji="0" lang="en-US" sz="1000" b="1" i="0" u="none" strike="noStrike" kern="1200" cap="none" spc="0" normalizeH="0" baseline="0" noProof="0">
                <a:ln>
                  <a:noFill/>
                </a:ln>
                <a:effectLst/>
                <a:uLnTx/>
                <a:uFillTx/>
                <a:latin typeface="Ubuntu"/>
                <a:ea typeface="+mn-ea"/>
                <a:cs typeface="+mn-cs"/>
              </a:rPr>
              <a:t>L3</a:t>
            </a:r>
            <a:br>
              <a:rPr kumimoji="0" lang="en-US" sz="1100" b="0" i="1" u="none" strike="noStrike" kern="1200" cap="none" spc="0" normalizeH="0" baseline="0" noProof="0">
                <a:ln>
                  <a:noFill/>
                </a:ln>
                <a:effectLst/>
                <a:uLnTx/>
                <a:uFillTx/>
                <a:latin typeface="Ubuntu"/>
                <a:ea typeface="+mn-ea"/>
                <a:cs typeface="+mn-cs"/>
              </a:rPr>
            </a:br>
            <a:r>
              <a:rPr kumimoji="0" lang="en-US" sz="700" b="0" i="1" u="none" strike="noStrike" kern="1200" cap="none" spc="0" normalizeH="0" baseline="0" noProof="0">
                <a:ln>
                  <a:noFill/>
                </a:ln>
                <a:effectLst/>
                <a:uLnTx/>
                <a:uFillTx/>
                <a:latin typeface="Ubuntu"/>
                <a:ea typeface="+mn-ea"/>
                <a:cs typeface="+mn-cs"/>
              </a:rPr>
              <a:t>13 macro tasks</a:t>
            </a:r>
          </a:p>
        </p:txBody>
      </p:sp>
      <p:cxnSp>
        <p:nvCxnSpPr>
          <p:cNvPr id="89" name="Straight Connector 88">
            <a:extLst>
              <a:ext uri="{FF2B5EF4-FFF2-40B4-BE49-F238E27FC236}">
                <a16:creationId xmlns:a16="http://schemas.microsoft.com/office/drawing/2014/main" id="{9E64A737-8FA2-78E3-6074-B31D1CFB1C39}"/>
              </a:ext>
            </a:extLst>
          </p:cNvPr>
          <p:cNvCxnSpPr>
            <a:cxnSpLocks/>
          </p:cNvCxnSpPr>
          <p:nvPr/>
        </p:nvCxnSpPr>
        <p:spPr>
          <a:xfrm>
            <a:off x="1120555" y="2523694"/>
            <a:ext cx="10607040" cy="0"/>
          </a:xfrm>
          <a:prstGeom prst="line">
            <a:avLst/>
          </a:prstGeom>
          <a:ln w="3175">
            <a:solidFill>
              <a:schemeClr val="bg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90" name="Rounded Rectangle 89">
            <a:extLst>
              <a:ext uri="{FF2B5EF4-FFF2-40B4-BE49-F238E27FC236}">
                <a16:creationId xmlns:a16="http://schemas.microsoft.com/office/drawing/2014/main" id="{8383368F-9D19-7C92-1AB4-FC6E17538BEB}"/>
              </a:ext>
            </a:extLst>
          </p:cNvPr>
          <p:cNvSpPr/>
          <p:nvPr/>
        </p:nvSpPr>
        <p:spPr>
          <a:xfrm rot="16200000">
            <a:off x="-505656" y="2213296"/>
            <a:ext cx="1420720" cy="257073"/>
          </a:xfrm>
          <a:prstGeom prst="roundRect">
            <a:avLst/>
          </a:prstGeom>
          <a:solidFill>
            <a:srgbClr val="3C3F52">
              <a:alpha val="8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FR" sz="1100" b="1" i="0" u="none" strike="noStrike" kern="1200" cap="none" spc="0" normalizeH="0" baseline="0" noProof="0">
                <a:ln>
                  <a:noFill/>
                </a:ln>
                <a:solidFill>
                  <a:srgbClr val="FFFFFF"/>
                </a:solidFill>
                <a:effectLst/>
                <a:uLnTx/>
                <a:uFillTx/>
                <a:latin typeface="Ubuntu"/>
                <a:ea typeface="+mn-ea"/>
                <a:cs typeface="+mn-cs"/>
              </a:rPr>
              <a:t>PROCESSES</a:t>
            </a:r>
          </a:p>
        </p:txBody>
      </p:sp>
      <p:sp>
        <p:nvSpPr>
          <p:cNvPr id="91" name="Rounded Rectangle 90">
            <a:extLst>
              <a:ext uri="{FF2B5EF4-FFF2-40B4-BE49-F238E27FC236}">
                <a16:creationId xmlns:a16="http://schemas.microsoft.com/office/drawing/2014/main" id="{A0E4B5E9-D452-53CA-6093-042B49C7DA08}"/>
              </a:ext>
            </a:extLst>
          </p:cNvPr>
          <p:cNvSpPr/>
          <p:nvPr/>
        </p:nvSpPr>
        <p:spPr>
          <a:xfrm rot="16200000">
            <a:off x="-609002" y="3802725"/>
            <a:ext cx="1627411" cy="257073"/>
          </a:xfrm>
          <a:prstGeom prst="roundRect">
            <a:avLst/>
          </a:prstGeom>
          <a:solidFill>
            <a:srgbClr val="3C3F52">
              <a:alpha val="8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FR" sz="1100" b="1" i="0" u="none" strike="noStrike" kern="1200" cap="none" spc="0" normalizeH="0" baseline="0" noProof="0">
                <a:ln>
                  <a:noFill/>
                </a:ln>
                <a:solidFill>
                  <a:srgbClr val="FFFFFF"/>
                </a:solidFill>
                <a:effectLst/>
                <a:uLnTx/>
                <a:uFillTx/>
                <a:latin typeface="Ubuntu"/>
                <a:ea typeface="+mn-ea"/>
                <a:cs typeface="+mn-cs"/>
              </a:rPr>
              <a:t>DATA &amp; AI</a:t>
            </a:r>
          </a:p>
        </p:txBody>
      </p:sp>
      <p:grpSp>
        <p:nvGrpSpPr>
          <p:cNvPr id="92" name="Group 91">
            <a:extLst>
              <a:ext uri="{FF2B5EF4-FFF2-40B4-BE49-F238E27FC236}">
                <a16:creationId xmlns:a16="http://schemas.microsoft.com/office/drawing/2014/main" id="{E5AF0875-B8BD-D867-0930-CF478D412DC8}"/>
              </a:ext>
            </a:extLst>
          </p:cNvPr>
          <p:cNvGrpSpPr/>
          <p:nvPr/>
        </p:nvGrpSpPr>
        <p:grpSpPr>
          <a:xfrm>
            <a:off x="76170" y="4806744"/>
            <a:ext cx="9145576" cy="747668"/>
            <a:chOff x="79250" y="4431599"/>
            <a:chExt cx="9145576" cy="747668"/>
          </a:xfrm>
        </p:grpSpPr>
        <p:sp>
          <p:nvSpPr>
            <p:cNvPr id="93" name="Rectangle 92">
              <a:extLst>
                <a:ext uri="{FF2B5EF4-FFF2-40B4-BE49-F238E27FC236}">
                  <a16:creationId xmlns:a16="http://schemas.microsoft.com/office/drawing/2014/main" id="{810D9868-DAB9-D817-FF71-A9A80025C879}"/>
                </a:ext>
              </a:extLst>
            </p:cNvPr>
            <p:cNvSpPr/>
            <p:nvPr/>
          </p:nvSpPr>
          <p:spPr>
            <a:xfrm>
              <a:off x="3735568" y="4520217"/>
              <a:ext cx="5489258" cy="180000"/>
            </a:xfrm>
            <a:prstGeom prst="rect">
              <a:avLst/>
            </a:prstGeom>
            <a:noFill/>
            <a:ln>
              <a:noFill/>
            </a:ln>
          </p:spPr>
          <p:txBody>
            <a:bodyPr vert="horz" wrap="square" lIns="45720" tIns="45720" rIns="45720" bIns="4680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1000" b="0" i="0" u="none" strike="noStrike" kern="1200" cap="none" spc="0" normalizeH="0" baseline="0" noProof="0">
                  <a:ln>
                    <a:noFill/>
                  </a:ln>
                  <a:solidFill>
                    <a:srgbClr val="FFFFFF"/>
                  </a:solidFill>
                  <a:effectLst/>
                  <a:uLnTx/>
                  <a:uFillTx/>
                  <a:latin typeface="Ubuntu"/>
                  <a:ea typeface="+mn-ea"/>
                  <a:cs typeface="+mn-cs"/>
                </a:rPr>
                <a:t>Transforming the apps landscape, integrating with apps, infrastructures &amp; data landscapes:</a:t>
              </a:r>
            </a:p>
          </p:txBody>
        </p:sp>
        <p:sp>
          <p:nvSpPr>
            <p:cNvPr id="94" name="Rounded Rectangle 93">
              <a:extLst>
                <a:ext uri="{FF2B5EF4-FFF2-40B4-BE49-F238E27FC236}">
                  <a16:creationId xmlns:a16="http://schemas.microsoft.com/office/drawing/2014/main" id="{B8F97791-C184-4791-82FC-77332029794D}"/>
                </a:ext>
              </a:extLst>
            </p:cNvPr>
            <p:cNvSpPr/>
            <p:nvPr/>
          </p:nvSpPr>
          <p:spPr>
            <a:xfrm rot="16200000">
              <a:off x="-166047" y="4676896"/>
              <a:ext cx="747668" cy="257073"/>
            </a:xfrm>
            <a:prstGeom prst="roundRect">
              <a:avLst/>
            </a:prstGeom>
            <a:solidFill>
              <a:srgbClr val="3C3F52">
                <a:alpha val="8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FR" sz="1100" b="1" i="0" u="none" strike="noStrike" kern="1200" cap="none" spc="0" normalizeH="0" baseline="0" noProof="0">
                  <a:ln>
                    <a:noFill/>
                  </a:ln>
                  <a:solidFill>
                    <a:srgbClr val="FFFFFF"/>
                  </a:solidFill>
                  <a:effectLst/>
                  <a:uLnTx/>
                  <a:uFillTx/>
                  <a:latin typeface="Ubuntu"/>
                  <a:ea typeface="+mn-ea"/>
                  <a:cs typeface="+mn-cs"/>
                </a:rPr>
                <a:t>DIGITAL</a:t>
              </a:r>
            </a:p>
          </p:txBody>
        </p:sp>
      </p:grpSp>
      <p:cxnSp>
        <p:nvCxnSpPr>
          <p:cNvPr id="95" name="Straight Connector 94">
            <a:extLst>
              <a:ext uri="{FF2B5EF4-FFF2-40B4-BE49-F238E27FC236}">
                <a16:creationId xmlns:a16="http://schemas.microsoft.com/office/drawing/2014/main" id="{028F8982-267F-8F19-EF4D-E1457E04B8D5}"/>
              </a:ext>
            </a:extLst>
          </p:cNvPr>
          <p:cNvCxnSpPr>
            <a:cxnSpLocks/>
          </p:cNvCxnSpPr>
          <p:nvPr/>
        </p:nvCxnSpPr>
        <p:spPr>
          <a:xfrm flipV="1">
            <a:off x="1279104" y="2764533"/>
            <a:ext cx="10776373" cy="18814"/>
          </a:xfrm>
          <a:prstGeom prst="line">
            <a:avLst/>
          </a:prstGeom>
          <a:ln w="31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97" name="Oval 96">
            <a:extLst>
              <a:ext uri="{FF2B5EF4-FFF2-40B4-BE49-F238E27FC236}">
                <a16:creationId xmlns:a16="http://schemas.microsoft.com/office/drawing/2014/main" id="{DCBCCE25-B628-BF6C-0ED6-BBD56E075A2F}"/>
              </a:ext>
            </a:extLst>
          </p:cNvPr>
          <p:cNvSpPr/>
          <p:nvPr/>
        </p:nvSpPr>
        <p:spPr>
          <a:xfrm>
            <a:off x="1598770" y="2745682"/>
            <a:ext cx="62217" cy="68364"/>
          </a:xfrm>
          <a:prstGeom prst="ellipse">
            <a:avLst/>
          </a:prstGeom>
          <a:solidFill>
            <a:srgbClr val="C000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sp>
        <p:nvSpPr>
          <p:cNvPr id="98" name="Oval 97">
            <a:extLst>
              <a:ext uri="{FF2B5EF4-FFF2-40B4-BE49-F238E27FC236}">
                <a16:creationId xmlns:a16="http://schemas.microsoft.com/office/drawing/2014/main" id="{A18EF341-5CAB-D0AD-5884-76A3C9D989F1}"/>
              </a:ext>
            </a:extLst>
          </p:cNvPr>
          <p:cNvSpPr/>
          <p:nvPr/>
        </p:nvSpPr>
        <p:spPr>
          <a:xfrm>
            <a:off x="1397251" y="2751928"/>
            <a:ext cx="62217" cy="68364"/>
          </a:xfrm>
          <a:prstGeom prst="ellipse">
            <a:avLst/>
          </a:prstGeom>
          <a:solidFill>
            <a:srgbClr val="00B05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sp>
        <p:nvSpPr>
          <p:cNvPr id="101" name="Oval 100">
            <a:extLst>
              <a:ext uri="{FF2B5EF4-FFF2-40B4-BE49-F238E27FC236}">
                <a16:creationId xmlns:a16="http://schemas.microsoft.com/office/drawing/2014/main" id="{412F41D9-B245-46F4-119B-0E13EB312736}"/>
              </a:ext>
            </a:extLst>
          </p:cNvPr>
          <p:cNvSpPr/>
          <p:nvPr/>
        </p:nvSpPr>
        <p:spPr>
          <a:xfrm>
            <a:off x="4443317" y="2751928"/>
            <a:ext cx="62217" cy="68364"/>
          </a:xfrm>
          <a:prstGeom prst="ellipse">
            <a:avLst/>
          </a:prstGeom>
          <a:solidFill>
            <a:srgbClr val="C000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sp>
        <p:nvSpPr>
          <p:cNvPr id="102" name="Oval 101">
            <a:extLst>
              <a:ext uri="{FF2B5EF4-FFF2-40B4-BE49-F238E27FC236}">
                <a16:creationId xmlns:a16="http://schemas.microsoft.com/office/drawing/2014/main" id="{5B30A9EC-48FF-46D7-969E-377AB3124216}"/>
              </a:ext>
            </a:extLst>
          </p:cNvPr>
          <p:cNvSpPr/>
          <p:nvPr/>
        </p:nvSpPr>
        <p:spPr>
          <a:xfrm>
            <a:off x="4619676" y="2751928"/>
            <a:ext cx="62217" cy="68364"/>
          </a:xfrm>
          <a:prstGeom prst="ellipse">
            <a:avLst/>
          </a:prstGeom>
          <a:solidFill>
            <a:srgbClr val="57CF8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sp>
        <p:nvSpPr>
          <p:cNvPr id="104" name="Oval 103">
            <a:extLst>
              <a:ext uri="{FF2B5EF4-FFF2-40B4-BE49-F238E27FC236}">
                <a16:creationId xmlns:a16="http://schemas.microsoft.com/office/drawing/2014/main" id="{5214FC1E-7E5A-D746-DB6F-5FF85EF45110}"/>
              </a:ext>
            </a:extLst>
          </p:cNvPr>
          <p:cNvSpPr/>
          <p:nvPr/>
        </p:nvSpPr>
        <p:spPr>
          <a:xfrm>
            <a:off x="6476700" y="2739436"/>
            <a:ext cx="62217" cy="68364"/>
          </a:xfrm>
          <a:prstGeom prst="ellipse">
            <a:avLst/>
          </a:prstGeom>
          <a:solidFill>
            <a:srgbClr val="C000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sp>
        <p:nvSpPr>
          <p:cNvPr id="108" name="Oval 107">
            <a:extLst>
              <a:ext uri="{FF2B5EF4-FFF2-40B4-BE49-F238E27FC236}">
                <a16:creationId xmlns:a16="http://schemas.microsoft.com/office/drawing/2014/main" id="{582CEEF4-1B19-C115-56D3-77174DA3347E}"/>
              </a:ext>
            </a:extLst>
          </p:cNvPr>
          <p:cNvSpPr/>
          <p:nvPr/>
        </p:nvSpPr>
        <p:spPr>
          <a:xfrm>
            <a:off x="8218240" y="2751928"/>
            <a:ext cx="62217" cy="68364"/>
          </a:xfrm>
          <a:prstGeom prst="ellipse">
            <a:avLst/>
          </a:prstGeom>
          <a:solidFill>
            <a:srgbClr val="E557AD"/>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sp>
        <p:nvSpPr>
          <p:cNvPr id="109" name="Oval 108">
            <a:extLst>
              <a:ext uri="{FF2B5EF4-FFF2-40B4-BE49-F238E27FC236}">
                <a16:creationId xmlns:a16="http://schemas.microsoft.com/office/drawing/2014/main" id="{263D77BC-3942-413E-83E7-AAB8444DC41D}"/>
              </a:ext>
            </a:extLst>
          </p:cNvPr>
          <p:cNvSpPr/>
          <p:nvPr/>
        </p:nvSpPr>
        <p:spPr>
          <a:xfrm>
            <a:off x="8333153" y="2751928"/>
            <a:ext cx="62217" cy="68364"/>
          </a:xfrm>
          <a:prstGeom prst="ellipse">
            <a:avLst/>
          </a:prstGeom>
          <a:solidFill>
            <a:srgbClr val="C000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sp>
        <p:nvSpPr>
          <p:cNvPr id="112" name="Oval 111">
            <a:extLst>
              <a:ext uri="{FF2B5EF4-FFF2-40B4-BE49-F238E27FC236}">
                <a16:creationId xmlns:a16="http://schemas.microsoft.com/office/drawing/2014/main" id="{C8939E9C-3D35-3117-30A1-106222F6FA83}"/>
              </a:ext>
            </a:extLst>
          </p:cNvPr>
          <p:cNvSpPr/>
          <p:nvPr/>
        </p:nvSpPr>
        <p:spPr>
          <a:xfrm>
            <a:off x="9454013" y="2746605"/>
            <a:ext cx="62217" cy="68364"/>
          </a:xfrm>
          <a:prstGeom prst="ellipse">
            <a:avLst/>
          </a:prstGeom>
          <a:solidFill>
            <a:srgbClr val="E557AD"/>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sp>
        <p:nvSpPr>
          <p:cNvPr id="113" name="Oval 112">
            <a:extLst>
              <a:ext uri="{FF2B5EF4-FFF2-40B4-BE49-F238E27FC236}">
                <a16:creationId xmlns:a16="http://schemas.microsoft.com/office/drawing/2014/main" id="{A1C6318A-E917-7B6C-8CD1-BDF2AD134C47}"/>
              </a:ext>
            </a:extLst>
          </p:cNvPr>
          <p:cNvSpPr/>
          <p:nvPr/>
        </p:nvSpPr>
        <p:spPr>
          <a:xfrm>
            <a:off x="2133237" y="2742282"/>
            <a:ext cx="62217" cy="68364"/>
          </a:xfrm>
          <a:prstGeom prst="ellipse">
            <a:avLst/>
          </a:prstGeom>
          <a:solidFill>
            <a:srgbClr val="FF00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sp>
        <p:nvSpPr>
          <p:cNvPr id="121" name="TextBox 120">
            <a:extLst>
              <a:ext uri="{FF2B5EF4-FFF2-40B4-BE49-F238E27FC236}">
                <a16:creationId xmlns:a16="http://schemas.microsoft.com/office/drawing/2014/main" id="{71BB8DAC-61F2-3686-CC04-8E94012276BC}"/>
              </a:ext>
            </a:extLst>
          </p:cNvPr>
          <p:cNvSpPr txBox="1"/>
          <p:nvPr/>
        </p:nvSpPr>
        <p:spPr>
          <a:xfrm>
            <a:off x="3933482" y="3281960"/>
            <a:ext cx="865571" cy="184666"/>
          </a:xfrm>
          <a:prstGeom prst="rect">
            <a:avLst/>
          </a:prstGeom>
          <a:noFill/>
          <a:ln>
            <a:no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600" b="0" i="0" u="none" strike="noStrike" kern="1200" cap="none" spc="0" normalizeH="0" baseline="0" noProof="0">
                <a:ln>
                  <a:noFill/>
                </a:ln>
                <a:effectLst/>
                <a:uLnTx/>
                <a:uFillTx/>
                <a:latin typeface="Ubuntu"/>
                <a:ea typeface="+mn-ea"/>
                <a:cs typeface="+mn-cs"/>
              </a:rPr>
              <a:t>AGENT</a:t>
            </a:r>
          </a:p>
        </p:txBody>
      </p:sp>
      <p:sp>
        <p:nvSpPr>
          <p:cNvPr id="123" name="TextBox 122">
            <a:extLst>
              <a:ext uri="{FF2B5EF4-FFF2-40B4-BE49-F238E27FC236}">
                <a16:creationId xmlns:a16="http://schemas.microsoft.com/office/drawing/2014/main" id="{58D4C482-5107-990E-A041-1FD7499579F4}"/>
              </a:ext>
            </a:extLst>
          </p:cNvPr>
          <p:cNvSpPr txBox="1"/>
          <p:nvPr/>
        </p:nvSpPr>
        <p:spPr>
          <a:xfrm>
            <a:off x="1867077" y="3281960"/>
            <a:ext cx="865571" cy="184666"/>
          </a:xfrm>
          <a:prstGeom prst="rect">
            <a:avLst/>
          </a:prstGeom>
          <a:noFill/>
          <a:ln>
            <a:no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600" b="0" i="0" u="none" strike="noStrike" kern="1200" cap="none" spc="0" normalizeH="0" baseline="0" noProof="0">
                <a:ln>
                  <a:noFill/>
                </a:ln>
                <a:effectLst/>
                <a:uLnTx/>
                <a:uFillTx/>
                <a:latin typeface="Ubuntu"/>
                <a:ea typeface="+mn-ea"/>
                <a:cs typeface="+mn-cs"/>
              </a:rPr>
              <a:t>AGENT</a:t>
            </a:r>
          </a:p>
        </p:txBody>
      </p:sp>
      <p:sp>
        <p:nvSpPr>
          <p:cNvPr id="126" name="TextBox 125">
            <a:extLst>
              <a:ext uri="{FF2B5EF4-FFF2-40B4-BE49-F238E27FC236}">
                <a16:creationId xmlns:a16="http://schemas.microsoft.com/office/drawing/2014/main" id="{F8C6FF9D-32F7-4496-1F33-CE2D2E911DB2}"/>
              </a:ext>
            </a:extLst>
          </p:cNvPr>
          <p:cNvSpPr txBox="1"/>
          <p:nvPr/>
        </p:nvSpPr>
        <p:spPr>
          <a:xfrm>
            <a:off x="1101687" y="3281960"/>
            <a:ext cx="865571" cy="184666"/>
          </a:xfrm>
          <a:prstGeom prst="rect">
            <a:avLst/>
          </a:prstGeom>
          <a:noFill/>
          <a:ln>
            <a:no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600" b="0" i="0" u="none" strike="noStrike" kern="1200" cap="none" spc="0" normalizeH="0" baseline="0" noProof="0">
                <a:ln>
                  <a:noFill/>
                </a:ln>
                <a:effectLst/>
                <a:uLnTx/>
                <a:uFillTx/>
                <a:latin typeface="Ubuntu"/>
                <a:ea typeface="+mn-ea"/>
                <a:cs typeface="+mn-cs"/>
              </a:rPr>
              <a:t>AGENT</a:t>
            </a:r>
          </a:p>
        </p:txBody>
      </p:sp>
      <p:sp>
        <p:nvSpPr>
          <p:cNvPr id="137" name="Oval 136">
            <a:extLst>
              <a:ext uri="{FF2B5EF4-FFF2-40B4-BE49-F238E27FC236}">
                <a16:creationId xmlns:a16="http://schemas.microsoft.com/office/drawing/2014/main" id="{AB68D0DA-0862-491B-FD31-556BD42B64BA}"/>
              </a:ext>
            </a:extLst>
          </p:cNvPr>
          <p:cNvSpPr/>
          <p:nvPr/>
        </p:nvSpPr>
        <p:spPr>
          <a:xfrm>
            <a:off x="2660689" y="2743817"/>
            <a:ext cx="62217" cy="68364"/>
          </a:xfrm>
          <a:prstGeom prst="ellipse">
            <a:avLst/>
          </a:prstGeom>
          <a:solidFill>
            <a:srgbClr val="00B05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sp>
        <p:nvSpPr>
          <p:cNvPr id="138" name="Oval 137">
            <a:extLst>
              <a:ext uri="{FF2B5EF4-FFF2-40B4-BE49-F238E27FC236}">
                <a16:creationId xmlns:a16="http://schemas.microsoft.com/office/drawing/2014/main" id="{BC36CE3F-0A5C-36B5-5D5D-80A4F4845447}"/>
              </a:ext>
            </a:extLst>
          </p:cNvPr>
          <p:cNvSpPr/>
          <p:nvPr/>
        </p:nvSpPr>
        <p:spPr>
          <a:xfrm>
            <a:off x="9119327" y="2751928"/>
            <a:ext cx="62217" cy="68364"/>
          </a:xfrm>
          <a:prstGeom prst="ellipse">
            <a:avLst/>
          </a:prstGeom>
          <a:solidFill>
            <a:srgbClr val="00B05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sp>
        <p:nvSpPr>
          <p:cNvPr id="140" name="Oval 139">
            <a:extLst>
              <a:ext uri="{FF2B5EF4-FFF2-40B4-BE49-F238E27FC236}">
                <a16:creationId xmlns:a16="http://schemas.microsoft.com/office/drawing/2014/main" id="{05816539-6F5D-FBE3-376A-90D6BE0D1561}"/>
              </a:ext>
            </a:extLst>
          </p:cNvPr>
          <p:cNvSpPr/>
          <p:nvPr/>
        </p:nvSpPr>
        <p:spPr>
          <a:xfrm>
            <a:off x="6753157" y="2745578"/>
            <a:ext cx="62217" cy="68364"/>
          </a:xfrm>
          <a:prstGeom prst="ellipse">
            <a:avLst/>
          </a:prstGeom>
          <a:solidFill>
            <a:srgbClr val="00B05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sp>
        <p:nvSpPr>
          <p:cNvPr id="141" name="Rectangle 140">
            <a:extLst>
              <a:ext uri="{FF2B5EF4-FFF2-40B4-BE49-F238E27FC236}">
                <a16:creationId xmlns:a16="http://schemas.microsoft.com/office/drawing/2014/main" id="{A80B1B0F-4AD2-4ADF-4A14-C5473907B5AD}"/>
              </a:ext>
            </a:extLst>
          </p:cNvPr>
          <p:cNvSpPr/>
          <p:nvPr/>
        </p:nvSpPr>
        <p:spPr>
          <a:xfrm>
            <a:off x="1185557" y="4152185"/>
            <a:ext cx="201143" cy="180000"/>
          </a:xfrm>
          <a:prstGeom prst="rect">
            <a:avLst/>
          </a:prstGeom>
          <a:solidFill>
            <a:srgbClr val="FFC000"/>
          </a:solidFill>
          <a:ln>
            <a:solidFill>
              <a:schemeClr val="tx1"/>
            </a:solidFill>
          </a:ln>
        </p:spPr>
        <p:txBody>
          <a:bodyPr vert="horz" wrap="square" lIns="45720" tIns="45720" rIns="45720" bIns="4680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700" b="1" i="1" u="none" strike="noStrike" kern="1200" cap="none" spc="0" normalizeH="0" baseline="0" noProof="0">
              <a:ln>
                <a:noFill/>
              </a:ln>
              <a:effectLst/>
              <a:uLnTx/>
              <a:uFillTx/>
              <a:latin typeface="Ubuntu"/>
              <a:ea typeface="+mn-ea"/>
              <a:cs typeface="+mn-cs"/>
            </a:endParaRPr>
          </a:p>
        </p:txBody>
      </p:sp>
      <p:sp>
        <p:nvSpPr>
          <p:cNvPr id="142" name="Rectangle 141">
            <a:extLst>
              <a:ext uri="{FF2B5EF4-FFF2-40B4-BE49-F238E27FC236}">
                <a16:creationId xmlns:a16="http://schemas.microsoft.com/office/drawing/2014/main" id="{DD9A9666-166B-7B55-FEF3-27DAE90AAAF8}"/>
              </a:ext>
            </a:extLst>
          </p:cNvPr>
          <p:cNvSpPr/>
          <p:nvPr/>
        </p:nvSpPr>
        <p:spPr>
          <a:xfrm>
            <a:off x="1151677" y="4113987"/>
            <a:ext cx="784130" cy="25436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cxnSp>
        <p:nvCxnSpPr>
          <p:cNvPr id="145" name="Straight Connector 144">
            <a:extLst>
              <a:ext uri="{FF2B5EF4-FFF2-40B4-BE49-F238E27FC236}">
                <a16:creationId xmlns:a16="http://schemas.microsoft.com/office/drawing/2014/main" id="{3D8C6179-FC09-B65D-6B59-634D4A1DFE84}"/>
              </a:ext>
            </a:extLst>
          </p:cNvPr>
          <p:cNvCxnSpPr>
            <a:cxnSpLocks/>
            <a:endCxn id="169" idx="0"/>
          </p:cNvCxnSpPr>
          <p:nvPr/>
        </p:nvCxnSpPr>
        <p:spPr>
          <a:xfrm>
            <a:off x="1536501" y="3966960"/>
            <a:ext cx="0" cy="18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4" name="Rectangle 153">
            <a:extLst>
              <a:ext uri="{FF2B5EF4-FFF2-40B4-BE49-F238E27FC236}">
                <a16:creationId xmlns:a16="http://schemas.microsoft.com/office/drawing/2014/main" id="{CDA1E25E-FD71-E7F4-D15C-D1979650C6F7}"/>
              </a:ext>
            </a:extLst>
          </p:cNvPr>
          <p:cNvSpPr/>
          <p:nvPr/>
        </p:nvSpPr>
        <p:spPr>
          <a:xfrm>
            <a:off x="7727342" y="4126299"/>
            <a:ext cx="1003271" cy="2286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cxnSp>
        <p:nvCxnSpPr>
          <p:cNvPr id="155" name="Elbow Connector 154">
            <a:extLst>
              <a:ext uri="{FF2B5EF4-FFF2-40B4-BE49-F238E27FC236}">
                <a16:creationId xmlns:a16="http://schemas.microsoft.com/office/drawing/2014/main" id="{09B4A515-47F4-89D4-FB90-760516822F1F}"/>
              </a:ext>
            </a:extLst>
          </p:cNvPr>
          <p:cNvCxnSpPr>
            <a:cxnSpLocks/>
          </p:cNvCxnSpPr>
          <p:nvPr/>
        </p:nvCxnSpPr>
        <p:spPr>
          <a:xfrm rot="5400000" flipH="1" flipV="1">
            <a:off x="7822689" y="3754467"/>
            <a:ext cx="441815" cy="351448"/>
          </a:xfrm>
          <a:prstGeom prst="bentConnector3">
            <a:avLst>
              <a:gd name="adj1"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6" name="Elbow Connector 155">
            <a:extLst>
              <a:ext uri="{FF2B5EF4-FFF2-40B4-BE49-F238E27FC236}">
                <a16:creationId xmlns:a16="http://schemas.microsoft.com/office/drawing/2014/main" id="{0FC6BC54-943A-2A58-96F9-9AB5080524DC}"/>
              </a:ext>
            </a:extLst>
          </p:cNvPr>
          <p:cNvCxnSpPr>
            <a:cxnSpLocks/>
          </p:cNvCxnSpPr>
          <p:nvPr/>
        </p:nvCxnSpPr>
        <p:spPr>
          <a:xfrm rot="16200000" flipV="1">
            <a:off x="8045117" y="3883489"/>
            <a:ext cx="443591" cy="115776"/>
          </a:xfrm>
          <a:prstGeom prst="bentConnector3">
            <a:avLst>
              <a:gd name="adj1"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7" name="Rectangle 156">
            <a:extLst>
              <a:ext uri="{FF2B5EF4-FFF2-40B4-BE49-F238E27FC236}">
                <a16:creationId xmlns:a16="http://schemas.microsoft.com/office/drawing/2014/main" id="{B73E4C61-3EB9-7344-FD5A-6BA4C6D93F64}"/>
              </a:ext>
            </a:extLst>
          </p:cNvPr>
          <p:cNvSpPr/>
          <p:nvPr/>
        </p:nvSpPr>
        <p:spPr>
          <a:xfrm>
            <a:off x="8474289" y="4160365"/>
            <a:ext cx="201143" cy="180000"/>
          </a:xfrm>
          <a:prstGeom prst="rect">
            <a:avLst/>
          </a:prstGeom>
          <a:solidFill>
            <a:schemeClr val="accent1">
              <a:lumMod val="75000"/>
            </a:schemeClr>
          </a:solidFill>
          <a:ln>
            <a:solidFill>
              <a:schemeClr val="tx1"/>
            </a:solidFill>
          </a:ln>
        </p:spPr>
        <p:txBody>
          <a:bodyPr vert="horz" wrap="square" lIns="45720" tIns="45720" rIns="45720" bIns="4680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700" b="1" i="1" u="none" strike="noStrike" kern="1200" cap="none" spc="0" normalizeH="0" baseline="0" noProof="0">
              <a:ln>
                <a:noFill/>
              </a:ln>
              <a:effectLst/>
              <a:uLnTx/>
              <a:uFillTx/>
              <a:latin typeface="Ubuntu"/>
              <a:ea typeface="+mn-ea"/>
              <a:cs typeface="+mn-cs"/>
            </a:endParaRPr>
          </a:p>
        </p:txBody>
      </p:sp>
      <p:cxnSp>
        <p:nvCxnSpPr>
          <p:cNvPr id="158" name="Elbow Connector 157">
            <a:extLst>
              <a:ext uri="{FF2B5EF4-FFF2-40B4-BE49-F238E27FC236}">
                <a16:creationId xmlns:a16="http://schemas.microsoft.com/office/drawing/2014/main" id="{77127E46-A57C-8C4A-4931-1D50CBBDB88B}"/>
              </a:ext>
            </a:extLst>
          </p:cNvPr>
          <p:cNvCxnSpPr>
            <a:cxnSpLocks/>
          </p:cNvCxnSpPr>
          <p:nvPr/>
        </p:nvCxnSpPr>
        <p:spPr>
          <a:xfrm rot="16200000" flipV="1">
            <a:off x="8175640" y="3761144"/>
            <a:ext cx="442902" cy="355540"/>
          </a:xfrm>
          <a:prstGeom prst="bentConnector3">
            <a:avLst>
              <a:gd name="adj1"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2" name="Elbow Connector 161">
            <a:extLst>
              <a:ext uri="{FF2B5EF4-FFF2-40B4-BE49-F238E27FC236}">
                <a16:creationId xmlns:a16="http://schemas.microsoft.com/office/drawing/2014/main" id="{5B2056EF-8EEE-95A9-2A35-96D414A2AF13}"/>
              </a:ext>
            </a:extLst>
          </p:cNvPr>
          <p:cNvCxnSpPr>
            <a:cxnSpLocks/>
          </p:cNvCxnSpPr>
          <p:nvPr/>
        </p:nvCxnSpPr>
        <p:spPr>
          <a:xfrm rot="5400000" flipH="1" flipV="1">
            <a:off x="7920617" y="3879406"/>
            <a:ext cx="437934" cy="118284"/>
          </a:xfrm>
          <a:prstGeom prst="bentConnector3">
            <a:avLst>
              <a:gd name="adj1"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3" name="Straight Connector 162">
            <a:extLst>
              <a:ext uri="{FF2B5EF4-FFF2-40B4-BE49-F238E27FC236}">
                <a16:creationId xmlns:a16="http://schemas.microsoft.com/office/drawing/2014/main" id="{6A3771B9-517B-1CD6-59FD-64F876026D5C}"/>
              </a:ext>
            </a:extLst>
          </p:cNvPr>
          <p:cNvCxnSpPr>
            <a:cxnSpLocks/>
          </p:cNvCxnSpPr>
          <p:nvPr/>
        </p:nvCxnSpPr>
        <p:spPr>
          <a:xfrm flipV="1">
            <a:off x="1177672" y="4779260"/>
            <a:ext cx="9793865" cy="2822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65" name="Group 164">
            <a:extLst>
              <a:ext uri="{FF2B5EF4-FFF2-40B4-BE49-F238E27FC236}">
                <a16:creationId xmlns:a16="http://schemas.microsoft.com/office/drawing/2014/main" id="{34869C27-96BF-620C-2D0F-F14AFB1A84D0}"/>
              </a:ext>
            </a:extLst>
          </p:cNvPr>
          <p:cNvGrpSpPr/>
          <p:nvPr/>
        </p:nvGrpSpPr>
        <p:grpSpPr>
          <a:xfrm>
            <a:off x="1696750" y="4152185"/>
            <a:ext cx="201143" cy="188469"/>
            <a:chOff x="1699830" y="3873430"/>
            <a:chExt cx="201143" cy="188469"/>
          </a:xfrm>
        </p:grpSpPr>
        <p:sp>
          <p:nvSpPr>
            <p:cNvPr id="166" name="Rectangle 165">
              <a:extLst>
                <a:ext uri="{FF2B5EF4-FFF2-40B4-BE49-F238E27FC236}">
                  <a16:creationId xmlns:a16="http://schemas.microsoft.com/office/drawing/2014/main" id="{089CA7C8-54E1-EAF0-9181-85263C616113}"/>
                </a:ext>
              </a:extLst>
            </p:cNvPr>
            <p:cNvSpPr/>
            <p:nvPr/>
          </p:nvSpPr>
          <p:spPr>
            <a:xfrm>
              <a:off x="1699830" y="3873430"/>
              <a:ext cx="201143" cy="180000"/>
            </a:xfrm>
            <a:prstGeom prst="rect">
              <a:avLst/>
            </a:prstGeom>
            <a:solidFill>
              <a:srgbClr val="00B050"/>
            </a:solidFill>
            <a:ln>
              <a:solidFill>
                <a:schemeClr val="tx1"/>
              </a:solidFill>
            </a:ln>
          </p:spPr>
          <p:txBody>
            <a:bodyPr vert="horz" wrap="square" lIns="45720" tIns="45720" rIns="45720" bIns="4680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700" b="1" i="1" u="none" strike="noStrike" kern="1200" cap="none" spc="0" normalizeH="0" baseline="0" noProof="0">
                <a:ln>
                  <a:noFill/>
                </a:ln>
                <a:effectLst/>
                <a:uLnTx/>
                <a:uFillTx/>
                <a:latin typeface="Ubuntu"/>
                <a:ea typeface="+mn-ea"/>
                <a:cs typeface="+mn-cs"/>
              </a:endParaRPr>
            </a:p>
          </p:txBody>
        </p:sp>
        <p:pic>
          <p:nvPicPr>
            <p:cNvPr id="167" name="Graphic 166" descr="Tools outline">
              <a:extLst>
                <a:ext uri="{FF2B5EF4-FFF2-40B4-BE49-F238E27FC236}">
                  <a16:creationId xmlns:a16="http://schemas.microsoft.com/office/drawing/2014/main" id="{0A6621E0-AE03-163B-1316-EB0430692540}"/>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1706327" y="3874261"/>
              <a:ext cx="187638" cy="187638"/>
            </a:xfrm>
            <a:prstGeom prst="rect">
              <a:avLst/>
            </a:prstGeom>
          </p:spPr>
        </p:pic>
      </p:grpSp>
      <p:grpSp>
        <p:nvGrpSpPr>
          <p:cNvPr id="168" name="Group 167">
            <a:extLst>
              <a:ext uri="{FF2B5EF4-FFF2-40B4-BE49-F238E27FC236}">
                <a16:creationId xmlns:a16="http://schemas.microsoft.com/office/drawing/2014/main" id="{4E7C988C-0CD3-8C34-8A7F-52E4AC39A162}"/>
              </a:ext>
            </a:extLst>
          </p:cNvPr>
          <p:cNvGrpSpPr/>
          <p:nvPr/>
        </p:nvGrpSpPr>
        <p:grpSpPr>
          <a:xfrm>
            <a:off x="1435929" y="4146960"/>
            <a:ext cx="201143" cy="188059"/>
            <a:chOff x="1439009" y="3914251"/>
            <a:chExt cx="201143" cy="188059"/>
          </a:xfrm>
        </p:grpSpPr>
        <p:sp>
          <p:nvSpPr>
            <p:cNvPr id="169" name="Rectangle 168">
              <a:extLst>
                <a:ext uri="{FF2B5EF4-FFF2-40B4-BE49-F238E27FC236}">
                  <a16:creationId xmlns:a16="http://schemas.microsoft.com/office/drawing/2014/main" id="{FC509637-B1D5-10A1-5CE7-02896872743E}"/>
                </a:ext>
              </a:extLst>
            </p:cNvPr>
            <p:cNvSpPr/>
            <p:nvPr/>
          </p:nvSpPr>
          <p:spPr>
            <a:xfrm>
              <a:off x="1439009" y="3914251"/>
              <a:ext cx="201143" cy="180000"/>
            </a:xfrm>
            <a:prstGeom prst="rect">
              <a:avLst/>
            </a:prstGeom>
            <a:solidFill>
              <a:srgbClr val="E556AE"/>
            </a:solidFill>
            <a:ln>
              <a:solidFill>
                <a:schemeClr val="tx1"/>
              </a:solidFill>
            </a:ln>
          </p:spPr>
          <p:txBody>
            <a:bodyPr vert="horz" wrap="square" lIns="45720" tIns="45720" rIns="45720" bIns="4680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700" b="1" i="1" u="none" strike="noStrike" kern="1200" cap="none" spc="0" normalizeH="0" baseline="0" noProof="0">
                <a:ln>
                  <a:noFill/>
                </a:ln>
                <a:effectLst/>
                <a:uLnTx/>
                <a:uFillTx/>
                <a:latin typeface="Ubuntu"/>
                <a:ea typeface="+mn-ea"/>
                <a:cs typeface="+mn-cs"/>
              </a:endParaRPr>
            </a:p>
          </p:txBody>
        </p:sp>
        <p:pic>
          <p:nvPicPr>
            <p:cNvPr id="170" name="Graphic 169" descr="Chat outline">
              <a:extLst>
                <a:ext uri="{FF2B5EF4-FFF2-40B4-BE49-F238E27FC236}">
                  <a16:creationId xmlns:a16="http://schemas.microsoft.com/office/drawing/2014/main" id="{958F66FE-2A2F-B3F9-A835-C616EE8C859C}"/>
                </a:ext>
              </a:extLst>
            </p:cNvPr>
            <p:cNvPicPr>
              <a:picLocks noChangeAspect="1"/>
            </p:cNvPicPr>
            <p:nvPr/>
          </p:nvPicPr>
          <p:blipFill>
            <a:blip>
              <a:extLst>
                <a:ext uri="{96DAC541-7B7A-43D3-8B79-37D633B846F1}">
                  <asvg:svgBlip xmlns:asvg="http://schemas.microsoft.com/office/drawing/2016/SVG/main" r:embed="rId4"/>
                </a:ext>
              </a:extLst>
            </a:blip>
            <a:srcRect t="10263" b="1"/>
            <a:stretch/>
          </p:blipFill>
          <p:spPr>
            <a:xfrm>
              <a:off x="1458010" y="3945258"/>
              <a:ext cx="170113" cy="157052"/>
            </a:xfrm>
            <a:prstGeom prst="rect">
              <a:avLst/>
            </a:prstGeom>
          </p:spPr>
        </p:pic>
      </p:grpSp>
      <p:grpSp>
        <p:nvGrpSpPr>
          <p:cNvPr id="171" name="Group 170">
            <a:extLst>
              <a:ext uri="{FF2B5EF4-FFF2-40B4-BE49-F238E27FC236}">
                <a16:creationId xmlns:a16="http://schemas.microsoft.com/office/drawing/2014/main" id="{9CCD801C-1B08-4B40-1527-1E7D270F7C44}"/>
              </a:ext>
            </a:extLst>
          </p:cNvPr>
          <p:cNvGrpSpPr/>
          <p:nvPr/>
        </p:nvGrpSpPr>
        <p:grpSpPr>
          <a:xfrm>
            <a:off x="2380437" y="5046529"/>
            <a:ext cx="995474" cy="320947"/>
            <a:chOff x="2383517" y="4774064"/>
            <a:chExt cx="995474" cy="320947"/>
          </a:xfrm>
        </p:grpSpPr>
        <p:sp>
          <p:nvSpPr>
            <p:cNvPr id="172" name="Flowchart: Magnetic Disk 44">
              <a:extLst>
                <a:ext uri="{FF2B5EF4-FFF2-40B4-BE49-F238E27FC236}">
                  <a16:creationId xmlns:a16="http://schemas.microsoft.com/office/drawing/2014/main" id="{BA9B0364-5D22-ABAF-2C33-5A4C99EA9FF6}"/>
                </a:ext>
              </a:extLst>
            </p:cNvPr>
            <p:cNvSpPr/>
            <p:nvPr/>
          </p:nvSpPr>
          <p:spPr>
            <a:xfrm>
              <a:off x="2383517" y="4774064"/>
              <a:ext cx="995474" cy="320947"/>
            </a:xfrm>
            <a:prstGeom prst="plaque">
              <a:avLst/>
            </a:prstGeom>
            <a:solidFill>
              <a:srgbClr val="7030A0"/>
            </a:solidFill>
            <a:ln w="635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400" b="0" i="0" u="none" strike="noStrike" kern="1200" cap="none" spc="0" normalizeH="0" baseline="0" noProof="0" err="1">
                <a:ln>
                  <a:noFill/>
                </a:ln>
                <a:solidFill>
                  <a:prstClr val="black"/>
                </a:solidFill>
                <a:effectLst/>
                <a:uLnTx/>
                <a:uFillTx/>
                <a:latin typeface="Ubuntu"/>
                <a:ea typeface="+mn-ea"/>
                <a:cs typeface="+mn-cs"/>
              </a:endParaRPr>
            </a:p>
          </p:txBody>
        </p:sp>
        <p:sp>
          <p:nvSpPr>
            <p:cNvPr id="173" name="Rectangle 172">
              <a:extLst>
                <a:ext uri="{FF2B5EF4-FFF2-40B4-BE49-F238E27FC236}">
                  <a16:creationId xmlns:a16="http://schemas.microsoft.com/office/drawing/2014/main" id="{C61CB079-7C66-FD6A-EE6C-D2CD1E7491E8}"/>
                </a:ext>
              </a:extLst>
            </p:cNvPr>
            <p:cNvSpPr/>
            <p:nvPr/>
          </p:nvSpPr>
          <p:spPr>
            <a:xfrm>
              <a:off x="2518738" y="4832260"/>
              <a:ext cx="720491" cy="215444"/>
            </a:xfrm>
            <a:prstGeom prst="rect">
              <a:avLst/>
            </a:prstGeom>
            <a:noFill/>
            <a:ln w="317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Ubuntu"/>
                  <a:ea typeface="+mn-ea"/>
                  <a:cs typeface="+mn-cs"/>
                </a:rPr>
                <a:t>Third Party</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Ubuntu"/>
                  <a:ea typeface="+mn-ea"/>
                  <a:cs typeface="+mn-cs"/>
                </a:rPr>
                <a:t>Data</a:t>
              </a:r>
              <a:endParaRPr kumimoji="0" lang="en-IN" sz="700" b="0" i="0" u="none" strike="noStrike" kern="1200" cap="none" spc="0" normalizeH="0" baseline="0" noProof="0">
                <a:ln>
                  <a:noFill/>
                </a:ln>
                <a:solidFill>
                  <a:srgbClr val="FFFFFF"/>
                </a:solidFill>
                <a:effectLst/>
                <a:uLnTx/>
                <a:uFillTx/>
                <a:latin typeface="Ubuntu"/>
                <a:ea typeface="+mn-ea"/>
                <a:cs typeface="+mn-cs"/>
              </a:endParaRPr>
            </a:p>
          </p:txBody>
        </p:sp>
      </p:grpSp>
      <p:grpSp>
        <p:nvGrpSpPr>
          <p:cNvPr id="174" name="Group 173">
            <a:extLst>
              <a:ext uri="{FF2B5EF4-FFF2-40B4-BE49-F238E27FC236}">
                <a16:creationId xmlns:a16="http://schemas.microsoft.com/office/drawing/2014/main" id="{7CBD69F4-B977-AB86-AD36-EA6972732256}"/>
              </a:ext>
            </a:extLst>
          </p:cNvPr>
          <p:cNvGrpSpPr/>
          <p:nvPr/>
        </p:nvGrpSpPr>
        <p:grpSpPr>
          <a:xfrm>
            <a:off x="3535078" y="5046530"/>
            <a:ext cx="995474" cy="320947"/>
            <a:chOff x="2383517" y="4774064"/>
            <a:chExt cx="995474" cy="320947"/>
          </a:xfrm>
        </p:grpSpPr>
        <p:sp>
          <p:nvSpPr>
            <p:cNvPr id="175" name="Flowchart: Magnetic Disk 44">
              <a:extLst>
                <a:ext uri="{FF2B5EF4-FFF2-40B4-BE49-F238E27FC236}">
                  <a16:creationId xmlns:a16="http://schemas.microsoft.com/office/drawing/2014/main" id="{D06746B0-6318-B1BE-13CE-0C03218C2B7D}"/>
                </a:ext>
              </a:extLst>
            </p:cNvPr>
            <p:cNvSpPr/>
            <p:nvPr/>
          </p:nvSpPr>
          <p:spPr>
            <a:xfrm>
              <a:off x="2383517" y="4774064"/>
              <a:ext cx="995474" cy="320947"/>
            </a:xfrm>
            <a:prstGeom prst="plaque">
              <a:avLst/>
            </a:prstGeom>
            <a:solidFill>
              <a:srgbClr val="7030A0"/>
            </a:solidFill>
            <a:ln w="635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400" b="0" i="0" u="none" strike="noStrike" kern="1200" cap="none" spc="0" normalizeH="0" baseline="0" noProof="0" err="1">
                <a:ln>
                  <a:noFill/>
                </a:ln>
                <a:solidFill>
                  <a:prstClr val="black"/>
                </a:solidFill>
                <a:effectLst/>
                <a:uLnTx/>
                <a:uFillTx/>
                <a:latin typeface="Ubuntu"/>
                <a:ea typeface="+mn-ea"/>
                <a:cs typeface="+mn-cs"/>
              </a:endParaRPr>
            </a:p>
          </p:txBody>
        </p:sp>
        <p:sp>
          <p:nvSpPr>
            <p:cNvPr id="176" name="Rectangle 175">
              <a:extLst>
                <a:ext uri="{FF2B5EF4-FFF2-40B4-BE49-F238E27FC236}">
                  <a16:creationId xmlns:a16="http://schemas.microsoft.com/office/drawing/2014/main" id="{8F0F1633-1BFA-B10B-593B-F87262B3BCC6}"/>
                </a:ext>
              </a:extLst>
            </p:cNvPr>
            <p:cNvSpPr/>
            <p:nvPr/>
          </p:nvSpPr>
          <p:spPr>
            <a:xfrm>
              <a:off x="2545242" y="4886121"/>
              <a:ext cx="720491" cy="107722"/>
            </a:xfrm>
            <a:prstGeom prst="rect">
              <a:avLst/>
            </a:prstGeom>
            <a:noFill/>
            <a:ln w="317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Ubuntu"/>
                  <a:ea typeface="+mn-ea"/>
                  <a:cs typeface="+mn-cs"/>
                </a:rPr>
                <a:t>Equipment Data</a:t>
              </a:r>
              <a:endParaRPr kumimoji="0" lang="en-IN" sz="700" b="0" i="0" u="none" strike="noStrike" kern="1200" cap="none" spc="0" normalizeH="0" baseline="0" noProof="0">
                <a:ln>
                  <a:noFill/>
                </a:ln>
                <a:solidFill>
                  <a:srgbClr val="FFFFFF"/>
                </a:solidFill>
                <a:effectLst/>
                <a:uLnTx/>
                <a:uFillTx/>
                <a:latin typeface="Ubuntu"/>
                <a:ea typeface="+mn-ea"/>
                <a:cs typeface="+mn-cs"/>
              </a:endParaRPr>
            </a:p>
          </p:txBody>
        </p:sp>
      </p:grpSp>
      <p:grpSp>
        <p:nvGrpSpPr>
          <p:cNvPr id="177" name="Group 176">
            <a:extLst>
              <a:ext uri="{FF2B5EF4-FFF2-40B4-BE49-F238E27FC236}">
                <a16:creationId xmlns:a16="http://schemas.microsoft.com/office/drawing/2014/main" id="{91CC44A7-1185-3C5A-12E9-5E7E33E91708}"/>
              </a:ext>
            </a:extLst>
          </p:cNvPr>
          <p:cNvGrpSpPr/>
          <p:nvPr/>
        </p:nvGrpSpPr>
        <p:grpSpPr>
          <a:xfrm>
            <a:off x="4689719" y="5042280"/>
            <a:ext cx="995474" cy="320947"/>
            <a:chOff x="2383517" y="4774064"/>
            <a:chExt cx="995474" cy="320947"/>
          </a:xfrm>
        </p:grpSpPr>
        <p:sp>
          <p:nvSpPr>
            <p:cNvPr id="178" name="Flowchart: Magnetic Disk 44">
              <a:extLst>
                <a:ext uri="{FF2B5EF4-FFF2-40B4-BE49-F238E27FC236}">
                  <a16:creationId xmlns:a16="http://schemas.microsoft.com/office/drawing/2014/main" id="{3CDA7D1E-26BA-44B3-5649-56F045107ABC}"/>
                </a:ext>
              </a:extLst>
            </p:cNvPr>
            <p:cNvSpPr/>
            <p:nvPr/>
          </p:nvSpPr>
          <p:spPr>
            <a:xfrm>
              <a:off x="2383517" y="4774064"/>
              <a:ext cx="995474" cy="320947"/>
            </a:xfrm>
            <a:prstGeom prst="plaque">
              <a:avLst/>
            </a:prstGeom>
            <a:solidFill>
              <a:srgbClr val="7030A0"/>
            </a:solidFill>
            <a:ln w="635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400" b="0" i="0" u="none" strike="noStrike" kern="1200" cap="none" spc="0" normalizeH="0" baseline="0" noProof="0" err="1">
                <a:ln>
                  <a:noFill/>
                </a:ln>
                <a:solidFill>
                  <a:prstClr val="black"/>
                </a:solidFill>
                <a:effectLst/>
                <a:uLnTx/>
                <a:uFillTx/>
                <a:latin typeface="Ubuntu"/>
                <a:ea typeface="+mn-ea"/>
                <a:cs typeface="+mn-cs"/>
              </a:endParaRPr>
            </a:p>
          </p:txBody>
        </p:sp>
        <p:sp>
          <p:nvSpPr>
            <p:cNvPr id="179" name="Rectangle 178">
              <a:extLst>
                <a:ext uri="{FF2B5EF4-FFF2-40B4-BE49-F238E27FC236}">
                  <a16:creationId xmlns:a16="http://schemas.microsoft.com/office/drawing/2014/main" id="{BC078709-4D82-9442-3640-C63704374C87}"/>
                </a:ext>
              </a:extLst>
            </p:cNvPr>
            <p:cNvSpPr/>
            <p:nvPr/>
          </p:nvSpPr>
          <p:spPr>
            <a:xfrm>
              <a:off x="2545242" y="4832260"/>
              <a:ext cx="720491" cy="215444"/>
            </a:xfrm>
            <a:prstGeom prst="rect">
              <a:avLst/>
            </a:prstGeom>
            <a:noFill/>
            <a:ln w="317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Ubuntu"/>
                  <a:ea typeface="+mn-ea"/>
                  <a:cs typeface="+mn-cs"/>
                </a:rPr>
                <a:t>Maintenance CRM</a:t>
              </a:r>
              <a:endParaRPr kumimoji="0" lang="en-IN" sz="700" b="0" i="0" u="none" strike="noStrike" kern="1200" cap="none" spc="0" normalizeH="0" baseline="0" noProof="0">
                <a:ln>
                  <a:noFill/>
                </a:ln>
                <a:solidFill>
                  <a:srgbClr val="FFFFFF"/>
                </a:solidFill>
                <a:effectLst/>
                <a:uLnTx/>
                <a:uFillTx/>
                <a:latin typeface="Ubuntu"/>
                <a:ea typeface="+mn-ea"/>
                <a:cs typeface="+mn-cs"/>
              </a:endParaRPr>
            </a:p>
          </p:txBody>
        </p:sp>
      </p:grpSp>
      <p:grpSp>
        <p:nvGrpSpPr>
          <p:cNvPr id="180" name="Group 179">
            <a:extLst>
              <a:ext uri="{FF2B5EF4-FFF2-40B4-BE49-F238E27FC236}">
                <a16:creationId xmlns:a16="http://schemas.microsoft.com/office/drawing/2014/main" id="{FDFB5C86-A993-0E1F-5B4A-C6764A5887E2}"/>
              </a:ext>
            </a:extLst>
          </p:cNvPr>
          <p:cNvGrpSpPr/>
          <p:nvPr/>
        </p:nvGrpSpPr>
        <p:grpSpPr>
          <a:xfrm>
            <a:off x="5844360" y="5042280"/>
            <a:ext cx="995474" cy="320947"/>
            <a:chOff x="2383517" y="4774064"/>
            <a:chExt cx="995474" cy="320947"/>
          </a:xfrm>
        </p:grpSpPr>
        <p:sp>
          <p:nvSpPr>
            <p:cNvPr id="181" name="Flowchart: Magnetic Disk 44">
              <a:extLst>
                <a:ext uri="{FF2B5EF4-FFF2-40B4-BE49-F238E27FC236}">
                  <a16:creationId xmlns:a16="http://schemas.microsoft.com/office/drawing/2014/main" id="{DE55B187-B837-C090-F1C1-6A4A43E7A7FA}"/>
                </a:ext>
              </a:extLst>
            </p:cNvPr>
            <p:cNvSpPr/>
            <p:nvPr/>
          </p:nvSpPr>
          <p:spPr>
            <a:xfrm>
              <a:off x="2383517" y="4774064"/>
              <a:ext cx="995474" cy="320947"/>
            </a:xfrm>
            <a:prstGeom prst="plaque">
              <a:avLst/>
            </a:prstGeom>
            <a:solidFill>
              <a:srgbClr val="7030A0"/>
            </a:solidFill>
            <a:ln w="635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400" b="0" i="0" u="none" strike="noStrike" kern="1200" cap="none" spc="0" normalizeH="0" baseline="0" noProof="0">
                <a:ln>
                  <a:noFill/>
                </a:ln>
                <a:solidFill>
                  <a:prstClr val="black"/>
                </a:solidFill>
                <a:effectLst/>
                <a:uLnTx/>
                <a:uFillTx/>
                <a:latin typeface="Ubuntu"/>
                <a:ea typeface="+mn-ea"/>
                <a:cs typeface="+mn-cs"/>
              </a:endParaRPr>
            </a:p>
          </p:txBody>
        </p:sp>
        <p:sp>
          <p:nvSpPr>
            <p:cNvPr id="182" name="Rectangle 181">
              <a:extLst>
                <a:ext uri="{FF2B5EF4-FFF2-40B4-BE49-F238E27FC236}">
                  <a16:creationId xmlns:a16="http://schemas.microsoft.com/office/drawing/2014/main" id="{4AD3B526-208C-60CD-762C-0B43B34843F5}"/>
                </a:ext>
              </a:extLst>
            </p:cNvPr>
            <p:cNvSpPr/>
            <p:nvPr/>
          </p:nvSpPr>
          <p:spPr>
            <a:xfrm>
              <a:off x="2537359" y="4886121"/>
              <a:ext cx="720491" cy="107722"/>
            </a:xfrm>
            <a:prstGeom prst="rect">
              <a:avLst/>
            </a:prstGeom>
            <a:noFill/>
            <a:ln w="317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Ubuntu"/>
                  <a:ea typeface="+mn-ea"/>
                  <a:cs typeface="+mn-cs"/>
                </a:rPr>
                <a:t>Equipment CRM</a:t>
              </a:r>
              <a:endParaRPr kumimoji="0" lang="en-IN" sz="700" b="0" i="0" u="none" strike="noStrike" kern="1200" cap="none" spc="0" normalizeH="0" baseline="0" noProof="0">
                <a:ln>
                  <a:noFill/>
                </a:ln>
                <a:solidFill>
                  <a:srgbClr val="FFFFFF"/>
                </a:solidFill>
                <a:effectLst/>
                <a:uLnTx/>
                <a:uFillTx/>
                <a:latin typeface="Ubuntu"/>
                <a:ea typeface="+mn-ea"/>
                <a:cs typeface="+mn-cs"/>
              </a:endParaRPr>
            </a:p>
          </p:txBody>
        </p:sp>
      </p:grpSp>
      <p:grpSp>
        <p:nvGrpSpPr>
          <p:cNvPr id="183" name="Group 182">
            <a:extLst>
              <a:ext uri="{FF2B5EF4-FFF2-40B4-BE49-F238E27FC236}">
                <a16:creationId xmlns:a16="http://schemas.microsoft.com/office/drawing/2014/main" id="{2316DA03-AE74-278E-BB7F-D6F31AE9D32A}"/>
              </a:ext>
            </a:extLst>
          </p:cNvPr>
          <p:cNvGrpSpPr/>
          <p:nvPr/>
        </p:nvGrpSpPr>
        <p:grpSpPr>
          <a:xfrm>
            <a:off x="6999001" y="5042280"/>
            <a:ext cx="995474" cy="320947"/>
            <a:chOff x="2383517" y="4774064"/>
            <a:chExt cx="995474" cy="320947"/>
          </a:xfrm>
        </p:grpSpPr>
        <p:sp>
          <p:nvSpPr>
            <p:cNvPr id="184" name="Flowchart: Magnetic Disk 44">
              <a:extLst>
                <a:ext uri="{FF2B5EF4-FFF2-40B4-BE49-F238E27FC236}">
                  <a16:creationId xmlns:a16="http://schemas.microsoft.com/office/drawing/2014/main" id="{35522A95-DB07-4D44-79F2-C8EB4932E58D}"/>
                </a:ext>
              </a:extLst>
            </p:cNvPr>
            <p:cNvSpPr/>
            <p:nvPr/>
          </p:nvSpPr>
          <p:spPr>
            <a:xfrm>
              <a:off x="2383517" y="4774064"/>
              <a:ext cx="995474" cy="320947"/>
            </a:xfrm>
            <a:prstGeom prst="plaque">
              <a:avLst/>
            </a:prstGeom>
            <a:solidFill>
              <a:srgbClr val="7030A0"/>
            </a:solidFill>
            <a:ln w="635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400" b="0" i="0" u="none" strike="noStrike" kern="1200" cap="none" spc="0" normalizeH="0" baseline="0" noProof="0">
                <a:ln>
                  <a:noFill/>
                </a:ln>
                <a:solidFill>
                  <a:prstClr val="black"/>
                </a:solidFill>
                <a:effectLst/>
                <a:uLnTx/>
                <a:uFillTx/>
                <a:latin typeface="Ubuntu"/>
                <a:ea typeface="+mn-ea"/>
                <a:cs typeface="+mn-cs"/>
              </a:endParaRPr>
            </a:p>
          </p:txBody>
        </p:sp>
        <p:sp>
          <p:nvSpPr>
            <p:cNvPr id="185" name="Rectangle 184">
              <a:extLst>
                <a:ext uri="{FF2B5EF4-FFF2-40B4-BE49-F238E27FC236}">
                  <a16:creationId xmlns:a16="http://schemas.microsoft.com/office/drawing/2014/main" id="{A3DF17C0-2531-8E0D-9D01-E5F54F65CD84}"/>
                </a:ext>
              </a:extLst>
            </p:cNvPr>
            <p:cNvSpPr/>
            <p:nvPr/>
          </p:nvSpPr>
          <p:spPr>
            <a:xfrm>
              <a:off x="2537359" y="4886121"/>
              <a:ext cx="720491" cy="107722"/>
            </a:xfrm>
            <a:prstGeom prst="rect">
              <a:avLst/>
            </a:prstGeom>
            <a:noFill/>
            <a:ln w="317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Ubuntu"/>
                  <a:ea typeface="+mn-ea"/>
                  <a:cs typeface="+mn-cs"/>
                </a:rPr>
                <a:t>Intranet</a:t>
              </a:r>
              <a:endParaRPr kumimoji="0" lang="en-IN" sz="700" b="0" i="0" u="none" strike="noStrike" kern="1200" cap="none" spc="0" normalizeH="0" baseline="0" noProof="0">
                <a:ln>
                  <a:noFill/>
                </a:ln>
                <a:solidFill>
                  <a:srgbClr val="FFFFFF"/>
                </a:solidFill>
                <a:effectLst/>
                <a:uLnTx/>
                <a:uFillTx/>
                <a:latin typeface="Ubuntu"/>
                <a:ea typeface="+mn-ea"/>
                <a:cs typeface="+mn-cs"/>
              </a:endParaRPr>
            </a:p>
          </p:txBody>
        </p:sp>
      </p:grpSp>
      <p:grpSp>
        <p:nvGrpSpPr>
          <p:cNvPr id="189" name="Group 188">
            <a:extLst>
              <a:ext uri="{FF2B5EF4-FFF2-40B4-BE49-F238E27FC236}">
                <a16:creationId xmlns:a16="http://schemas.microsoft.com/office/drawing/2014/main" id="{CCECD2C7-E593-87A1-C155-2701EF6F4624}"/>
              </a:ext>
            </a:extLst>
          </p:cNvPr>
          <p:cNvGrpSpPr/>
          <p:nvPr/>
        </p:nvGrpSpPr>
        <p:grpSpPr>
          <a:xfrm>
            <a:off x="8151170" y="5020526"/>
            <a:ext cx="995474" cy="320947"/>
            <a:chOff x="2383517" y="4774064"/>
            <a:chExt cx="995474" cy="320947"/>
          </a:xfrm>
        </p:grpSpPr>
        <p:sp>
          <p:nvSpPr>
            <p:cNvPr id="190" name="Flowchart: Magnetic Disk 44">
              <a:extLst>
                <a:ext uri="{FF2B5EF4-FFF2-40B4-BE49-F238E27FC236}">
                  <a16:creationId xmlns:a16="http://schemas.microsoft.com/office/drawing/2014/main" id="{0F81A4E7-7980-3C80-EE20-CF4F3F3F2AE4}"/>
                </a:ext>
              </a:extLst>
            </p:cNvPr>
            <p:cNvSpPr/>
            <p:nvPr/>
          </p:nvSpPr>
          <p:spPr>
            <a:xfrm>
              <a:off x="2383517" y="4774064"/>
              <a:ext cx="995474" cy="320947"/>
            </a:xfrm>
            <a:prstGeom prst="plaque">
              <a:avLst/>
            </a:prstGeom>
            <a:solidFill>
              <a:srgbClr val="7030A0"/>
            </a:solidFill>
            <a:ln w="635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400" b="0" i="0" u="none" strike="noStrike" kern="1200" cap="none" spc="0" normalizeH="0" baseline="0" noProof="0" err="1">
                <a:ln>
                  <a:noFill/>
                </a:ln>
                <a:solidFill>
                  <a:prstClr val="black"/>
                </a:solidFill>
                <a:effectLst/>
                <a:uLnTx/>
                <a:uFillTx/>
                <a:latin typeface="Ubuntu"/>
                <a:ea typeface="+mn-ea"/>
                <a:cs typeface="+mn-cs"/>
              </a:endParaRPr>
            </a:p>
          </p:txBody>
        </p:sp>
        <p:sp>
          <p:nvSpPr>
            <p:cNvPr id="191" name="Rectangle 190">
              <a:extLst>
                <a:ext uri="{FF2B5EF4-FFF2-40B4-BE49-F238E27FC236}">
                  <a16:creationId xmlns:a16="http://schemas.microsoft.com/office/drawing/2014/main" id="{91ED3189-3F59-DDFA-C888-ECCC7B9D4407}"/>
                </a:ext>
              </a:extLst>
            </p:cNvPr>
            <p:cNvSpPr/>
            <p:nvPr/>
          </p:nvSpPr>
          <p:spPr>
            <a:xfrm>
              <a:off x="2465837" y="4886121"/>
              <a:ext cx="868176" cy="107722"/>
            </a:xfrm>
            <a:prstGeom prst="rect">
              <a:avLst/>
            </a:prstGeom>
            <a:noFill/>
            <a:ln w="317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Ubuntu"/>
                  <a:ea typeface="+mn-ea"/>
                  <a:cs typeface="+mn-cs"/>
                </a:rPr>
                <a:t>Other Tools</a:t>
              </a:r>
              <a:endParaRPr kumimoji="0" lang="en-IN" sz="700" b="0" i="0" u="none" strike="noStrike" kern="1200" cap="none" spc="0" normalizeH="0" baseline="0" noProof="0">
                <a:ln>
                  <a:noFill/>
                </a:ln>
                <a:solidFill>
                  <a:srgbClr val="FFFFFF"/>
                </a:solidFill>
                <a:effectLst/>
                <a:uLnTx/>
                <a:uFillTx/>
                <a:latin typeface="Ubuntu"/>
                <a:ea typeface="+mn-ea"/>
                <a:cs typeface="+mn-cs"/>
              </a:endParaRPr>
            </a:p>
          </p:txBody>
        </p:sp>
      </p:grpSp>
      <p:grpSp>
        <p:nvGrpSpPr>
          <p:cNvPr id="192" name="Group 191">
            <a:extLst>
              <a:ext uri="{FF2B5EF4-FFF2-40B4-BE49-F238E27FC236}">
                <a16:creationId xmlns:a16="http://schemas.microsoft.com/office/drawing/2014/main" id="{6FF79101-088A-CE15-6D6D-BDD6843E2CC3}"/>
              </a:ext>
            </a:extLst>
          </p:cNvPr>
          <p:cNvGrpSpPr/>
          <p:nvPr/>
        </p:nvGrpSpPr>
        <p:grpSpPr>
          <a:xfrm>
            <a:off x="2168509" y="3064566"/>
            <a:ext cx="230087" cy="230087"/>
            <a:chOff x="2000422" y="2990995"/>
            <a:chExt cx="253345" cy="253345"/>
          </a:xfrm>
        </p:grpSpPr>
        <p:sp>
          <p:nvSpPr>
            <p:cNvPr id="193" name="Rectangle 192">
              <a:extLst>
                <a:ext uri="{FF2B5EF4-FFF2-40B4-BE49-F238E27FC236}">
                  <a16:creationId xmlns:a16="http://schemas.microsoft.com/office/drawing/2014/main" id="{CD0C5892-7CE4-2501-1B93-BB150C62169D}"/>
                </a:ext>
              </a:extLst>
            </p:cNvPr>
            <p:cNvSpPr/>
            <p:nvPr/>
          </p:nvSpPr>
          <p:spPr>
            <a:xfrm>
              <a:off x="2006167" y="2996740"/>
              <a:ext cx="241856" cy="241856"/>
            </a:xfrm>
            <a:prstGeom prst="rect">
              <a:avLst/>
            </a:prstGeom>
            <a:solidFill>
              <a:srgbClr val="F3455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FR" sz="1400" b="0" i="0" u="none" strike="noStrike" kern="1200" cap="none" spc="0" normalizeH="0" baseline="0" noProof="0" err="1">
                <a:ln>
                  <a:noFill/>
                </a:ln>
                <a:solidFill>
                  <a:schemeClr val="tx1"/>
                </a:solidFill>
                <a:effectLst/>
                <a:uLnTx/>
                <a:uFillTx/>
                <a:latin typeface="Ubuntu"/>
                <a:ea typeface="+mn-ea"/>
                <a:cs typeface="+mn-cs"/>
              </a:endParaRPr>
            </a:p>
          </p:txBody>
        </p:sp>
        <p:pic>
          <p:nvPicPr>
            <p:cNvPr id="194" name="Graphic 193">
              <a:extLst>
                <a:ext uri="{FF2B5EF4-FFF2-40B4-BE49-F238E27FC236}">
                  <a16:creationId xmlns:a16="http://schemas.microsoft.com/office/drawing/2014/main" id="{C779B736-39A4-A2CF-A408-D14AF325336B}"/>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2000422" y="2990995"/>
              <a:ext cx="253345" cy="253345"/>
            </a:xfrm>
            <a:prstGeom prst="rect">
              <a:avLst/>
            </a:prstGeom>
          </p:spPr>
        </p:pic>
      </p:grpSp>
      <p:cxnSp>
        <p:nvCxnSpPr>
          <p:cNvPr id="205" name="Elbow Connector 204">
            <a:extLst>
              <a:ext uri="{FF2B5EF4-FFF2-40B4-BE49-F238E27FC236}">
                <a16:creationId xmlns:a16="http://schemas.microsoft.com/office/drawing/2014/main" id="{AC2F2C21-266F-5AB2-E8E4-F8E0E872AA57}"/>
              </a:ext>
            </a:extLst>
          </p:cNvPr>
          <p:cNvCxnSpPr>
            <a:cxnSpLocks/>
            <a:stCxn id="206" idx="4"/>
            <a:endCxn id="209" idx="0"/>
          </p:cNvCxnSpPr>
          <p:nvPr/>
        </p:nvCxnSpPr>
        <p:spPr>
          <a:xfrm rot="16200000" flipH="1">
            <a:off x="2960057" y="2808719"/>
            <a:ext cx="262843" cy="259286"/>
          </a:xfrm>
          <a:prstGeom prst="bentConnector3">
            <a:avLst>
              <a:gd name="adj1" fmla="val 50000"/>
            </a:avLst>
          </a:prstGeom>
          <a:ln w="635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206" name="Oval 205">
            <a:extLst>
              <a:ext uri="{FF2B5EF4-FFF2-40B4-BE49-F238E27FC236}">
                <a16:creationId xmlns:a16="http://schemas.microsoft.com/office/drawing/2014/main" id="{A99F363E-DC5E-85C3-5797-6385F217F289}"/>
              </a:ext>
            </a:extLst>
          </p:cNvPr>
          <p:cNvSpPr/>
          <p:nvPr/>
        </p:nvSpPr>
        <p:spPr>
          <a:xfrm>
            <a:off x="2930726" y="2738577"/>
            <a:ext cx="62217" cy="68364"/>
          </a:xfrm>
          <a:prstGeom prst="ellipse">
            <a:avLst/>
          </a:prstGeom>
          <a:solidFill>
            <a:srgbClr val="FF00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sp>
        <p:nvSpPr>
          <p:cNvPr id="207" name="TextBox 206">
            <a:extLst>
              <a:ext uri="{FF2B5EF4-FFF2-40B4-BE49-F238E27FC236}">
                <a16:creationId xmlns:a16="http://schemas.microsoft.com/office/drawing/2014/main" id="{37B1D015-F523-376D-3CBD-5AAEBD05406C}"/>
              </a:ext>
            </a:extLst>
          </p:cNvPr>
          <p:cNvSpPr txBox="1"/>
          <p:nvPr/>
        </p:nvSpPr>
        <p:spPr>
          <a:xfrm>
            <a:off x="2797756" y="3281960"/>
            <a:ext cx="865571" cy="184666"/>
          </a:xfrm>
          <a:prstGeom prst="rect">
            <a:avLst/>
          </a:prstGeom>
          <a:noFill/>
          <a:ln>
            <a:no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600" b="0" i="0" u="none" strike="noStrike" kern="1200" cap="none" spc="0" normalizeH="0" baseline="0" noProof="0">
                <a:ln>
                  <a:noFill/>
                </a:ln>
                <a:effectLst/>
                <a:uLnTx/>
                <a:uFillTx/>
                <a:latin typeface="Ubuntu"/>
                <a:ea typeface="+mn-ea"/>
                <a:cs typeface="+mn-cs"/>
              </a:rPr>
              <a:t>AGENT</a:t>
            </a:r>
          </a:p>
        </p:txBody>
      </p:sp>
      <p:grpSp>
        <p:nvGrpSpPr>
          <p:cNvPr id="208" name="Group 207">
            <a:extLst>
              <a:ext uri="{FF2B5EF4-FFF2-40B4-BE49-F238E27FC236}">
                <a16:creationId xmlns:a16="http://schemas.microsoft.com/office/drawing/2014/main" id="{E2669A9E-534B-8926-8C42-8C6F358991BE}"/>
              </a:ext>
            </a:extLst>
          </p:cNvPr>
          <p:cNvGrpSpPr/>
          <p:nvPr/>
        </p:nvGrpSpPr>
        <p:grpSpPr>
          <a:xfrm>
            <a:off x="3106076" y="3064566"/>
            <a:ext cx="230087" cy="230087"/>
            <a:chOff x="2000422" y="2990995"/>
            <a:chExt cx="253345" cy="253345"/>
          </a:xfrm>
        </p:grpSpPr>
        <p:sp>
          <p:nvSpPr>
            <p:cNvPr id="209" name="Rectangle 208">
              <a:extLst>
                <a:ext uri="{FF2B5EF4-FFF2-40B4-BE49-F238E27FC236}">
                  <a16:creationId xmlns:a16="http://schemas.microsoft.com/office/drawing/2014/main" id="{D65E7A17-BBC9-4B41-C0AB-DDB440912767}"/>
                </a:ext>
              </a:extLst>
            </p:cNvPr>
            <p:cNvSpPr/>
            <p:nvPr/>
          </p:nvSpPr>
          <p:spPr>
            <a:xfrm>
              <a:off x="2006167" y="2996740"/>
              <a:ext cx="241856" cy="241856"/>
            </a:xfrm>
            <a:prstGeom prst="rect">
              <a:avLst/>
            </a:prstGeom>
            <a:solidFill>
              <a:srgbClr val="F3455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FR" sz="1400" b="0" i="0" u="none" strike="noStrike" kern="1200" cap="none" spc="0" normalizeH="0" baseline="0" noProof="0" err="1">
                <a:ln>
                  <a:noFill/>
                </a:ln>
                <a:solidFill>
                  <a:schemeClr val="tx1"/>
                </a:solidFill>
                <a:effectLst/>
                <a:uLnTx/>
                <a:uFillTx/>
                <a:latin typeface="Ubuntu"/>
                <a:ea typeface="+mn-ea"/>
                <a:cs typeface="+mn-cs"/>
              </a:endParaRPr>
            </a:p>
          </p:txBody>
        </p:sp>
        <p:pic>
          <p:nvPicPr>
            <p:cNvPr id="210" name="Graphic 209">
              <a:extLst>
                <a:ext uri="{FF2B5EF4-FFF2-40B4-BE49-F238E27FC236}">
                  <a16:creationId xmlns:a16="http://schemas.microsoft.com/office/drawing/2014/main" id="{EB382C70-654B-EC5E-AA76-C191C0F2F48C}"/>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2000422" y="2990995"/>
              <a:ext cx="253345" cy="253345"/>
            </a:xfrm>
            <a:prstGeom prst="rect">
              <a:avLst/>
            </a:prstGeom>
          </p:spPr>
        </p:pic>
      </p:grpSp>
      <p:sp>
        <p:nvSpPr>
          <p:cNvPr id="218" name="Rectangle 217">
            <a:extLst>
              <a:ext uri="{FF2B5EF4-FFF2-40B4-BE49-F238E27FC236}">
                <a16:creationId xmlns:a16="http://schemas.microsoft.com/office/drawing/2014/main" id="{7B1801C6-45E4-7A43-2751-DADAB8C559BD}"/>
              </a:ext>
            </a:extLst>
          </p:cNvPr>
          <p:cNvSpPr/>
          <p:nvPr/>
        </p:nvSpPr>
        <p:spPr>
          <a:xfrm>
            <a:off x="2982329" y="3458241"/>
            <a:ext cx="722715" cy="369332"/>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t"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900" b="0" i="0" u="none" strike="noStrike" kern="1200" cap="none" spc="0" normalizeH="0" baseline="0" noProof="0">
              <a:ln>
                <a:noFill/>
              </a:ln>
              <a:solidFill>
                <a:srgbClr val="FFFFFF"/>
              </a:solidFill>
              <a:effectLst/>
              <a:uLnTx/>
              <a:uFillTx/>
              <a:latin typeface="Ubuntu"/>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FFFFFF"/>
                </a:solidFill>
                <a:effectLst/>
                <a:uLnTx/>
                <a:uFillTx/>
                <a:latin typeface="Ubuntu"/>
                <a:ea typeface="+mn-ea"/>
                <a:cs typeface="+mn-cs"/>
              </a:rPr>
              <a:t> Selector</a:t>
            </a:r>
            <a:endParaRPr lang="en-US" sz="900" b="0" i="0" u="none" strike="noStrike" kern="1200" cap="none" spc="0" normalizeH="0" baseline="0" noProof="0">
              <a:ln>
                <a:noFill/>
              </a:ln>
              <a:solidFill>
                <a:srgbClr val="FFFFFF"/>
              </a:solidFill>
              <a:effectLst/>
              <a:uLnTx/>
              <a:uFillTx/>
              <a:latin typeface="Ubuntu"/>
            </a:endParaRPr>
          </a:p>
        </p:txBody>
      </p:sp>
      <p:grpSp>
        <p:nvGrpSpPr>
          <p:cNvPr id="219" name="Group 218">
            <a:extLst>
              <a:ext uri="{FF2B5EF4-FFF2-40B4-BE49-F238E27FC236}">
                <a16:creationId xmlns:a16="http://schemas.microsoft.com/office/drawing/2014/main" id="{F2712E91-24FF-509C-9183-D701CB2B1C91}"/>
              </a:ext>
            </a:extLst>
          </p:cNvPr>
          <p:cNvGrpSpPr/>
          <p:nvPr/>
        </p:nvGrpSpPr>
        <p:grpSpPr>
          <a:xfrm>
            <a:off x="4235951" y="3064566"/>
            <a:ext cx="230087" cy="230087"/>
            <a:chOff x="2000422" y="2990995"/>
            <a:chExt cx="253345" cy="253345"/>
          </a:xfrm>
        </p:grpSpPr>
        <p:sp>
          <p:nvSpPr>
            <p:cNvPr id="220" name="Rectangle 219">
              <a:extLst>
                <a:ext uri="{FF2B5EF4-FFF2-40B4-BE49-F238E27FC236}">
                  <a16:creationId xmlns:a16="http://schemas.microsoft.com/office/drawing/2014/main" id="{F12BD466-43FF-D2A5-E5F7-46C465DE5E48}"/>
                </a:ext>
              </a:extLst>
            </p:cNvPr>
            <p:cNvSpPr/>
            <p:nvPr/>
          </p:nvSpPr>
          <p:spPr>
            <a:xfrm>
              <a:off x="2006167" y="2996740"/>
              <a:ext cx="241856" cy="241856"/>
            </a:xfrm>
            <a:prstGeom prst="rect">
              <a:avLst/>
            </a:prstGeom>
            <a:solidFill>
              <a:srgbClr val="F3455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FR" sz="1400" b="0" i="0" u="none" strike="noStrike" kern="1200" cap="none" spc="0" normalizeH="0" baseline="0" noProof="0" err="1">
                <a:ln>
                  <a:noFill/>
                </a:ln>
                <a:solidFill>
                  <a:schemeClr val="tx1"/>
                </a:solidFill>
                <a:effectLst/>
                <a:uLnTx/>
                <a:uFillTx/>
                <a:latin typeface="Ubuntu"/>
                <a:ea typeface="+mn-ea"/>
                <a:cs typeface="+mn-cs"/>
              </a:endParaRPr>
            </a:p>
          </p:txBody>
        </p:sp>
        <p:pic>
          <p:nvPicPr>
            <p:cNvPr id="221" name="Graphic 220">
              <a:extLst>
                <a:ext uri="{FF2B5EF4-FFF2-40B4-BE49-F238E27FC236}">
                  <a16:creationId xmlns:a16="http://schemas.microsoft.com/office/drawing/2014/main" id="{2804F42A-44BE-17BD-A6A9-2F0E943929EF}"/>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2000422" y="2990995"/>
              <a:ext cx="253345" cy="253345"/>
            </a:xfrm>
            <a:prstGeom prst="rect">
              <a:avLst/>
            </a:prstGeom>
          </p:spPr>
        </p:pic>
      </p:grpSp>
      <p:sp>
        <p:nvSpPr>
          <p:cNvPr id="239" name="Oval 238">
            <a:extLst>
              <a:ext uri="{FF2B5EF4-FFF2-40B4-BE49-F238E27FC236}">
                <a16:creationId xmlns:a16="http://schemas.microsoft.com/office/drawing/2014/main" id="{6CE080FC-FD04-0AC0-1D1C-B7C1B66BD42C}"/>
              </a:ext>
            </a:extLst>
          </p:cNvPr>
          <p:cNvSpPr/>
          <p:nvPr/>
        </p:nvSpPr>
        <p:spPr>
          <a:xfrm>
            <a:off x="9301196" y="2748909"/>
            <a:ext cx="62217" cy="68364"/>
          </a:xfrm>
          <a:prstGeom prst="ellipse">
            <a:avLst/>
          </a:prstGeom>
          <a:solidFill>
            <a:schemeClr val="accent3">
              <a:lumMod val="50000"/>
              <a:lumOff val="5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grpSp>
        <p:nvGrpSpPr>
          <p:cNvPr id="252" name="Group 251">
            <a:extLst>
              <a:ext uri="{FF2B5EF4-FFF2-40B4-BE49-F238E27FC236}">
                <a16:creationId xmlns:a16="http://schemas.microsoft.com/office/drawing/2014/main" id="{1C763E58-E2DF-EDBD-9A3E-A688EC1E43D8}"/>
              </a:ext>
            </a:extLst>
          </p:cNvPr>
          <p:cNvGrpSpPr/>
          <p:nvPr/>
        </p:nvGrpSpPr>
        <p:grpSpPr>
          <a:xfrm>
            <a:off x="7767301" y="4157313"/>
            <a:ext cx="201144" cy="180001"/>
            <a:chOff x="2000422" y="2990995"/>
            <a:chExt cx="253345" cy="253345"/>
          </a:xfrm>
        </p:grpSpPr>
        <p:sp>
          <p:nvSpPr>
            <p:cNvPr id="253" name="Rectangle 252">
              <a:extLst>
                <a:ext uri="{FF2B5EF4-FFF2-40B4-BE49-F238E27FC236}">
                  <a16:creationId xmlns:a16="http://schemas.microsoft.com/office/drawing/2014/main" id="{51047FC5-FFE0-858C-1D97-55170B9F01D0}"/>
                </a:ext>
              </a:extLst>
            </p:cNvPr>
            <p:cNvSpPr/>
            <p:nvPr/>
          </p:nvSpPr>
          <p:spPr>
            <a:xfrm>
              <a:off x="2006167" y="2996740"/>
              <a:ext cx="241856" cy="241856"/>
            </a:xfrm>
            <a:prstGeom prst="rect">
              <a:avLst/>
            </a:prstGeom>
            <a:solidFill>
              <a:srgbClr val="F3455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FR" sz="1400" b="0" i="0" u="none" strike="noStrike" kern="1200" cap="none" spc="0" normalizeH="0" baseline="0" noProof="0" err="1">
                <a:ln>
                  <a:noFill/>
                </a:ln>
                <a:solidFill>
                  <a:schemeClr val="tx1"/>
                </a:solidFill>
                <a:effectLst/>
                <a:uLnTx/>
                <a:uFillTx/>
                <a:latin typeface="Ubuntu"/>
                <a:ea typeface="+mn-ea"/>
                <a:cs typeface="+mn-cs"/>
              </a:endParaRPr>
            </a:p>
          </p:txBody>
        </p:sp>
        <p:pic>
          <p:nvPicPr>
            <p:cNvPr id="254" name="Graphic 253">
              <a:extLst>
                <a:ext uri="{FF2B5EF4-FFF2-40B4-BE49-F238E27FC236}">
                  <a16:creationId xmlns:a16="http://schemas.microsoft.com/office/drawing/2014/main" id="{BD2460DE-2073-9CBE-C81A-09FC960C2369}"/>
                </a:ext>
              </a:extLst>
            </p:cNvPr>
            <p:cNvPicPr>
              <a:picLocks noChangeAspect="1"/>
            </p:cNvPicPr>
            <p:nvPr/>
          </p:nvPicPr>
          <p:blipFill>
            <a:blip>
              <a:extLst>
                <a:ext uri="{96DAC541-7B7A-43D3-8B79-37D633B846F1}">
                  <asvg:svgBlip xmlns:asvg="http://schemas.microsoft.com/office/drawing/2016/SVG/main" r:embed="rId5"/>
                </a:ext>
              </a:extLst>
            </a:blip>
            <a:srcRect/>
            <a:stretch/>
          </p:blipFill>
          <p:spPr>
            <a:xfrm>
              <a:off x="2000422" y="2990995"/>
              <a:ext cx="253345" cy="253345"/>
            </a:xfrm>
            <a:prstGeom prst="rect">
              <a:avLst/>
            </a:prstGeom>
          </p:spPr>
        </p:pic>
      </p:grpSp>
      <p:grpSp>
        <p:nvGrpSpPr>
          <p:cNvPr id="255" name="Group 254">
            <a:extLst>
              <a:ext uri="{FF2B5EF4-FFF2-40B4-BE49-F238E27FC236}">
                <a16:creationId xmlns:a16="http://schemas.microsoft.com/office/drawing/2014/main" id="{21D83A4A-B1E4-6B70-2D81-100E00DBF270}"/>
              </a:ext>
            </a:extLst>
          </p:cNvPr>
          <p:cNvGrpSpPr/>
          <p:nvPr/>
        </p:nvGrpSpPr>
        <p:grpSpPr>
          <a:xfrm>
            <a:off x="8000465" y="4157514"/>
            <a:ext cx="201143" cy="188059"/>
            <a:chOff x="1439009" y="3914251"/>
            <a:chExt cx="201143" cy="188059"/>
          </a:xfrm>
        </p:grpSpPr>
        <p:sp>
          <p:nvSpPr>
            <p:cNvPr id="256" name="Rectangle 255">
              <a:extLst>
                <a:ext uri="{FF2B5EF4-FFF2-40B4-BE49-F238E27FC236}">
                  <a16:creationId xmlns:a16="http://schemas.microsoft.com/office/drawing/2014/main" id="{D853C95E-DB93-4932-F1A3-FB7FF2CD6BA0}"/>
                </a:ext>
              </a:extLst>
            </p:cNvPr>
            <p:cNvSpPr/>
            <p:nvPr/>
          </p:nvSpPr>
          <p:spPr>
            <a:xfrm>
              <a:off x="1439009" y="3914251"/>
              <a:ext cx="201143" cy="180000"/>
            </a:xfrm>
            <a:prstGeom prst="rect">
              <a:avLst/>
            </a:prstGeom>
            <a:solidFill>
              <a:srgbClr val="E556AE"/>
            </a:solidFill>
            <a:ln>
              <a:solidFill>
                <a:schemeClr val="tx1"/>
              </a:solidFill>
            </a:ln>
          </p:spPr>
          <p:txBody>
            <a:bodyPr vert="horz" wrap="square" lIns="45720" tIns="45720" rIns="45720" bIns="4680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700" b="1" i="1" u="none" strike="noStrike" kern="1200" cap="none" spc="0" normalizeH="0" baseline="0" noProof="0">
                <a:ln>
                  <a:noFill/>
                </a:ln>
                <a:effectLst/>
                <a:uLnTx/>
                <a:uFillTx/>
                <a:latin typeface="Ubuntu"/>
                <a:ea typeface="+mn-ea"/>
                <a:cs typeface="+mn-cs"/>
              </a:endParaRPr>
            </a:p>
          </p:txBody>
        </p:sp>
        <p:pic>
          <p:nvPicPr>
            <p:cNvPr id="257" name="Graphic 256" descr="Chat outline">
              <a:extLst>
                <a:ext uri="{FF2B5EF4-FFF2-40B4-BE49-F238E27FC236}">
                  <a16:creationId xmlns:a16="http://schemas.microsoft.com/office/drawing/2014/main" id="{59CEB398-4230-9782-EF52-E7C83044B28B}"/>
                </a:ext>
              </a:extLst>
            </p:cNvPr>
            <p:cNvPicPr>
              <a:picLocks noChangeAspect="1"/>
            </p:cNvPicPr>
            <p:nvPr/>
          </p:nvPicPr>
          <p:blipFill>
            <a:blip>
              <a:extLst>
                <a:ext uri="{96DAC541-7B7A-43D3-8B79-37D633B846F1}">
                  <asvg:svgBlip xmlns:asvg="http://schemas.microsoft.com/office/drawing/2016/SVG/main" r:embed="rId4"/>
                </a:ext>
              </a:extLst>
            </a:blip>
            <a:srcRect t="10263" b="1"/>
            <a:stretch/>
          </p:blipFill>
          <p:spPr>
            <a:xfrm>
              <a:off x="1458010" y="3945258"/>
              <a:ext cx="170113" cy="157052"/>
            </a:xfrm>
            <a:prstGeom prst="rect">
              <a:avLst/>
            </a:prstGeom>
          </p:spPr>
        </p:pic>
      </p:grpSp>
      <p:grpSp>
        <p:nvGrpSpPr>
          <p:cNvPr id="258" name="Group 257">
            <a:extLst>
              <a:ext uri="{FF2B5EF4-FFF2-40B4-BE49-F238E27FC236}">
                <a16:creationId xmlns:a16="http://schemas.microsoft.com/office/drawing/2014/main" id="{060265F4-CD6A-B694-E711-DF49249AA437}"/>
              </a:ext>
            </a:extLst>
          </p:cNvPr>
          <p:cNvGrpSpPr>
            <a:grpSpLocks noChangeAspect="1"/>
          </p:cNvGrpSpPr>
          <p:nvPr/>
        </p:nvGrpSpPr>
        <p:grpSpPr>
          <a:xfrm>
            <a:off x="8243668" y="4163171"/>
            <a:ext cx="182857" cy="182879"/>
            <a:chOff x="2724405" y="3881760"/>
            <a:chExt cx="201143" cy="187817"/>
          </a:xfrm>
        </p:grpSpPr>
        <p:sp>
          <p:nvSpPr>
            <p:cNvPr id="259" name="Rectangle 258">
              <a:extLst>
                <a:ext uri="{FF2B5EF4-FFF2-40B4-BE49-F238E27FC236}">
                  <a16:creationId xmlns:a16="http://schemas.microsoft.com/office/drawing/2014/main" id="{332A6511-7301-A600-893E-EA341E9088D1}"/>
                </a:ext>
              </a:extLst>
            </p:cNvPr>
            <p:cNvSpPr/>
            <p:nvPr/>
          </p:nvSpPr>
          <p:spPr>
            <a:xfrm>
              <a:off x="2724405" y="3881760"/>
              <a:ext cx="201143" cy="180000"/>
            </a:xfrm>
            <a:prstGeom prst="rect">
              <a:avLst/>
            </a:prstGeom>
            <a:solidFill>
              <a:srgbClr val="00B050"/>
            </a:solidFill>
            <a:ln>
              <a:solidFill>
                <a:schemeClr val="tx1"/>
              </a:solidFill>
            </a:ln>
          </p:spPr>
          <p:txBody>
            <a:bodyPr vert="horz" wrap="square" lIns="45720" tIns="45720" rIns="45720" bIns="4680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700" b="1" i="1" u="none" strike="noStrike" kern="1200" cap="none" spc="0" normalizeH="0" baseline="0" noProof="0">
                <a:ln>
                  <a:noFill/>
                </a:ln>
                <a:effectLst/>
                <a:uLnTx/>
                <a:uFillTx/>
                <a:latin typeface="Ubuntu"/>
                <a:ea typeface="+mn-ea"/>
                <a:cs typeface="+mn-cs"/>
              </a:endParaRPr>
            </a:p>
          </p:txBody>
        </p:sp>
        <p:pic>
          <p:nvPicPr>
            <p:cNvPr id="260" name="Graphic 259" descr="Tools outline">
              <a:extLst>
                <a:ext uri="{FF2B5EF4-FFF2-40B4-BE49-F238E27FC236}">
                  <a16:creationId xmlns:a16="http://schemas.microsoft.com/office/drawing/2014/main" id="{7924AF1A-2BAC-E844-015C-3C757AB42029}"/>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a:xfrm>
              <a:off x="2733654" y="3881939"/>
              <a:ext cx="187638" cy="187638"/>
            </a:xfrm>
            <a:prstGeom prst="rect">
              <a:avLst/>
            </a:prstGeom>
          </p:spPr>
        </p:pic>
      </p:grpSp>
      <p:sp>
        <p:nvSpPr>
          <p:cNvPr id="274" name="Oval 273">
            <a:extLst>
              <a:ext uri="{FF2B5EF4-FFF2-40B4-BE49-F238E27FC236}">
                <a16:creationId xmlns:a16="http://schemas.microsoft.com/office/drawing/2014/main" id="{71003F20-B8E8-9374-869B-A857AA0834CC}"/>
              </a:ext>
            </a:extLst>
          </p:cNvPr>
          <p:cNvSpPr/>
          <p:nvPr/>
        </p:nvSpPr>
        <p:spPr>
          <a:xfrm>
            <a:off x="10066336" y="2742282"/>
            <a:ext cx="62217" cy="68364"/>
          </a:xfrm>
          <a:prstGeom prst="ellipse">
            <a:avLst/>
          </a:prstGeom>
          <a:solidFill>
            <a:schemeClr val="accent3">
              <a:lumMod val="50000"/>
              <a:lumOff val="5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sp>
        <p:nvSpPr>
          <p:cNvPr id="275" name="Oval 274">
            <a:extLst>
              <a:ext uri="{FF2B5EF4-FFF2-40B4-BE49-F238E27FC236}">
                <a16:creationId xmlns:a16="http://schemas.microsoft.com/office/drawing/2014/main" id="{DC541EBB-6613-AD9C-9D31-D2B84238741A}"/>
              </a:ext>
            </a:extLst>
          </p:cNvPr>
          <p:cNvSpPr/>
          <p:nvPr/>
        </p:nvSpPr>
        <p:spPr>
          <a:xfrm>
            <a:off x="5445209" y="2324049"/>
            <a:ext cx="62217" cy="68364"/>
          </a:xfrm>
          <a:prstGeom prst="ellipse">
            <a:avLst/>
          </a:prstGeom>
          <a:solidFill>
            <a:schemeClr val="accent3">
              <a:lumMod val="50000"/>
              <a:lumOff val="5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sp>
        <p:nvSpPr>
          <p:cNvPr id="294" name="Rectangle 293">
            <a:extLst>
              <a:ext uri="{FF2B5EF4-FFF2-40B4-BE49-F238E27FC236}">
                <a16:creationId xmlns:a16="http://schemas.microsoft.com/office/drawing/2014/main" id="{3AF47DBB-9AE3-EDCE-5F6C-49CCE20BD17D}"/>
              </a:ext>
            </a:extLst>
          </p:cNvPr>
          <p:cNvSpPr/>
          <p:nvPr/>
        </p:nvSpPr>
        <p:spPr>
          <a:xfrm>
            <a:off x="-16241" y="5952678"/>
            <a:ext cx="12192000" cy="992225"/>
          </a:xfrm>
          <a:prstGeom prst="rect">
            <a:avLst/>
          </a:prstGeom>
          <a:solidFill>
            <a:schemeClr val="accent4">
              <a:lumMod val="50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2000" b="0" i="0" u="none" strike="noStrike" kern="1200" cap="none" spc="0" normalizeH="0" baseline="0" noProof="0" err="1">
                <a:ln>
                  <a:noFill/>
                </a:ln>
                <a:solidFill>
                  <a:schemeClr val="bg1"/>
                </a:solidFill>
                <a:effectLst/>
                <a:uLnTx/>
                <a:uFillTx/>
                <a:latin typeface="Ubuntu"/>
                <a:ea typeface="+mn-ea"/>
                <a:cs typeface="+mn-cs"/>
              </a:rPr>
              <a:t>Outcomes</a:t>
            </a:r>
            <a:endParaRPr kumimoji="0" lang="fr-FR" sz="2000" b="0" i="0" u="none" strike="noStrike" kern="1200" cap="none" spc="0" normalizeH="0" baseline="0" noProof="0">
              <a:ln>
                <a:noFill/>
              </a:ln>
              <a:solidFill>
                <a:schemeClr val="bg1"/>
              </a:solidFill>
              <a:effectLst/>
              <a:uLnTx/>
              <a:uFillTx/>
              <a:latin typeface="Ubuntu"/>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050" b="0" i="0" u="none" strike="noStrike" kern="1200" cap="none" spc="0" normalizeH="0" baseline="0" noProof="0">
                <a:ln>
                  <a:noFill/>
                </a:ln>
                <a:solidFill>
                  <a:schemeClr val="bg1"/>
                </a:solidFill>
                <a:effectLst/>
                <a:uLnTx/>
                <a:uFillTx/>
                <a:latin typeface="Ubuntu"/>
                <a:ea typeface="+mn-ea"/>
                <a:cs typeface="+mn-cs"/>
              </a:rPr>
              <a:t>(if at </a:t>
            </a:r>
            <a:r>
              <a:rPr kumimoji="0" lang="fr-FR" sz="1050" b="0" i="0" u="none" strike="noStrike" kern="1200" cap="none" spc="0" normalizeH="0" baseline="0" noProof="0" err="1">
                <a:ln>
                  <a:noFill/>
                </a:ln>
                <a:solidFill>
                  <a:schemeClr val="bg1"/>
                </a:solidFill>
                <a:effectLst/>
                <a:uLnTx/>
                <a:uFillTx/>
                <a:latin typeface="Ubuntu"/>
                <a:ea typeface="+mn-ea"/>
                <a:cs typeface="+mn-cs"/>
              </a:rPr>
              <a:t>scale</a:t>
            </a:r>
            <a:r>
              <a:rPr kumimoji="0" lang="fr-FR" sz="1050" b="0" i="0" u="none" strike="noStrike" kern="1200" cap="none" spc="0" normalizeH="0" baseline="0" noProof="0">
                <a:ln>
                  <a:noFill/>
                </a:ln>
                <a:solidFill>
                  <a:schemeClr val="bg1"/>
                </a:solidFill>
                <a:effectLst/>
                <a:uLnTx/>
                <a:uFillTx/>
                <a:latin typeface="Ubuntu"/>
                <a:ea typeface="+mn-ea"/>
                <a:cs typeface="+mn-cs"/>
              </a:rPr>
              <a:t>)</a:t>
            </a:r>
          </a:p>
        </p:txBody>
      </p:sp>
      <p:sp>
        <p:nvSpPr>
          <p:cNvPr id="295" name="ZoneTexte 4">
            <a:extLst>
              <a:ext uri="{FF2B5EF4-FFF2-40B4-BE49-F238E27FC236}">
                <a16:creationId xmlns:a16="http://schemas.microsoft.com/office/drawing/2014/main" id="{AEC86DFA-092F-C58E-0227-1381E41A7949}"/>
              </a:ext>
            </a:extLst>
          </p:cNvPr>
          <p:cNvSpPr txBox="1"/>
          <p:nvPr/>
        </p:nvSpPr>
        <p:spPr>
          <a:xfrm>
            <a:off x="2265514" y="6003487"/>
            <a:ext cx="1113477" cy="365760"/>
          </a:xfrm>
          <a:prstGeom prst="rect">
            <a:avLst/>
          </a:prstGeom>
          <a:noFill/>
        </p:spPr>
        <p:txBody>
          <a:bodyPr wrap="square" lIns="0" rIns="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chemeClr val="bg1"/>
                </a:solidFill>
                <a:effectLst/>
                <a:uLnTx/>
                <a:uFillTx/>
                <a:latin typeface="Ubuntu Light" panose="020B0304030602030204" pitchFamily="34" charset="0"/>
                <a:ea typeface="+mn-ea"/>
                <a:cs typeface="+mn-cs"/>
              </a:rPr>
              <a:t>+ 45-75%</a:t>
            </a:r>
          </a:p>
        </p:txBody>
      </p:sp>
      <p:sp>
        <p:nvSpPr>
          <p:cNvPr id="296" name="TextBox 32">
            <a:extLst>
              <a:ext uri="{FF2B5EF4-FFF2-40B4-BE49-F238E27FC236}">
                <a16:creationId xmlns:a16="http://schemas.microsoft.com/office/drawing/2014/main" id="{64D7BB8E-F3AE-E307-B4C2-77FE6FFC8448}"/>
              </a:ext>
            </a:extLst>
          </p:cNvPr>
          <p:cNvSpPr txBox="1"/>
          <p:nvPr/>
        </p:nvSpPr>
        <p:spPr>
          <a:xfrm>
            <a:off x="4753599" y="6349471"/>
            <a:ext cx="1680558" cy="369332"/>
          </a:xfrm>
          <a:prstGeom prst="rect">
            <a:avLst/>
          </a:prstGeom>
          <a:noFill/>
        </p:spPr>
        <p:txBody>
          <a:bodyPr wrap="square" lIns="0" tIns="0" rIns="0" bIns="0" rtlCol="0" anchor="t" anchorCtr="0">
            <a:spAutoFit/>
          </a:bodyPr>
          <a:lstStyle>
            <a:defPPr>
              <a:defRPr lang="fr-FR"/>
            </a:defPPr>
            <a:lvl1pPr>
              <a:lnSpc>
                <a:spcPct val="125000"/>
              </a:lnSpc>
              <a:defRPr sz="1200">
                <a:latin typeface="Segoe UI" panose="020B0502040204020203" pitchFamily="34" charset="0"/>
                <a:cs typeface="Segoe UI" panose="020B0502040204020203"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bg1"/>
                </a:solidFill>
                <a:effectLst/>
                <a:uLnTx/>
                <a:uFillTx/>
                <a:latin typeface="Segoe UI" panose="020B0502040204020203" pitchFamily="34" charset="0"/>
                <a:ea typeface="+mn-ea"/>
                <a:cs typeface="Segoe UI" panose="020B0502040204020203" pitchFamily="34" charset="0"/>
              </a:rPr>
              <a:t>Reduced Unplanned Downtime</a:t>
            </a:r>
          </a:p>
        </p:txBody>
      </p:sp>
      <p:sp>
        <p:nvSpPr>
          <p:cNvPr id="297" name="ZoneTexte 4">
            <a:extLst>
              <a:ext uri="{FF2B5EF4-FFF2-40B4-BE49-F238E27FC236}">
                <a16:creationId xmlns:a16="http://schemas.microsoft.com/office/drawing/2014/main" id="{F0EC926B-C019-700A-911C-D55CA8AA1BF7}"/>
              </a:ext>
            </a:extLst>
          </p:cNvPr>
          <p:cNvSpPr txBox="1"/>
          <p:nvPr/>
        </p:nvSpPr>
        <p:spPr>
          <a:xfrm>
            <a:off x="4753599" y="6003487"/>
            <a:ext cx="1113477" cy="365760"/>
          </a:xfrm>
          <a:prstGeom prst="rect">
            <a:avLst/>
          </a:prstGeom>
          <a:noFill/>
        </p:spPr>
        <p:txBody>
          <a:bodyPr wrap="square" lIns="0" rIns="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chemeClr val="bg1"/>
                </a:solidFill>
                <a:effectLst/>
                <a:uLnTx/>
                <a:uFillTx/>
                <a:latin typeface="Ubuntu Light" panose="020B0304030602030204" pitchFamily="34" charset="0"/>
                <a:ea typeface="+mn-ea"/>
                <a:cs typeface="+mn-cs"/>
              </a:rPr>
              <a:t>+ 30-50%</a:t>
            </a:r>
          </a:p>
        </p:txBody>
      </p:sp>
      <p:sp>
        <p:nvSpPr>
          <p:cNvPr id="298" name="TextBox 32">
            <a:extLst>
              <a:ext uri="{FF2B5EF4-FFF2-40B4-BE49-F238E27FC236}">
                <a16:creationId xmlns:a16="http://schemas.microsoft.com/office/drawing/2014/main" id="{CBE125DC-78AB-BDE4-E690-5342820CF89A}"/>
              </a:ext>
            </a:extLst>
          </p:cNvPr>
          <p:cNvSpPr txBox="1"/>
          <p:nvPr/>
        </p:nvSpPr>
        <p:spPr>
          <a:xfrm>
            <a:off x="9663329" y="6342884"/>
            <a:ext cx="1995315" cy="184666"/>
          </a:xfrm>
          <a:prstGeom prst="rect">
            <a:avLst/>
          </a:prstGeom>
          <a:noFill/>
        </p:spPr>
        <p:txBody>
          <a:bodyPr wrap="square" lIns="0" tIns="0" rIns="0" bIns="0" rtlCol="0" anchor="t" anchorCtr="0">
            <a:spAutoFit/>
          </a:bodyPr>
          <a:lstStyle>
            <a:defPPr>
              <a:defRPr lang="fr-FR"/>
            </a:defPPr>
            <a:lvl1pPr>
              <a:lnSpc>
                <a:spcPct val="125000"/>
              </a:lnSpc>
              <a:defRPr sz="1200">
                <a:latin typeface="Segoe UI" panose="020B0502040204020203" pitchFamily="34" charset="0"/>
                <a:cs typeface="Segoe UI" panose="020B0502040204020203" pitchFamily="34" charset="0"/>
              </a:defRPr>
            </a:lvl1pPr>
          </a:lstStyle>
          <a:p>
            <a:pPr lvl="0">
              <a:lnSpc>
                <a:spcPct val="100000"/>
              </a:lnSpc>
              <a:defRPr/>
            </a:pPr>
            <a:r>
              <a:rPr kumimoji="0" lang="en-US" sz="1200" b="0" i="0" u="none" strike="noStrike" kern="1200" cap="none" spc="0" normalizeH="0" baseline="0" noProof="0">
                <a:ln>
                  <a:noFill/>
                </a:ln>
                <a:solidFill>
                  <a:schemeClr val="bg1"/>
                </a:solidFill>
                <a:effectLst/>
                <a:uLnTx/>
                <a:uFillTx/>
                <a:latin typeface="Segoe UI" panose="020B0502040204020203" pitchFamily="34" charset="0"/>
                <a:ea typeface="+mn-ea"/>
                <a:cs typeface="Segoe UI" panose="020B0502040204020203" pitchFamily="34" charset="0"/>
              </a:rPr>
              <a:t>Productivity </a:t>
            </a:r>
          </a:p>
        </p:txBody>
      </p:sp>
      <p:sp>
        <p:nvSpPr>
          <p:cNvPr id="299" name="ZoneTexte 4">
            <a:extLst>
              <a:ext uri="{FF2B5EF4-FFF2-40B4-BE49-F238E27FC236}">
                <a16:creationId xmlns:a16="http://schemas.microsoft.com/office/drawing/2014/main" id="{9DC2418C-A626-E345-6124-30837F926427}"/>
              </a:ext>
            </a:extLst>
          </p:cNvPr>
          <p:cNvSpPr txBox="1"/>
          <p:nvPr/>
        </p:nvSpPr>
        <p:spPr>
          <a:xfrm>
            <a:off x="9638878" y="6003487"/>
            <a:ext cx="1113477" cy="365760"/>
          </a:xfrm>
          <a:prstGeom prst="rect">
            <a:avLst/>
          </a:prstGeom>
          <a:noFill/>
        </p:spPr>
        <p:txBody>
          <a:bodyPr wrap="square" lIns="0" rIns="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chemeClr val="bg1"/>
                </a:solidFill>
                <a:effectLst/>
                <a:uLnTx/>
                <a:uFillTx/>
                <a:latin typeface="Ubuntu Light" panose="020B0304030602030204" pitchFamily="34" charset="0"/>
                <a:ea typeface="+mn-ea"/>
                <a:cs typeface="+mn-cs"/>
              </a:rPr>
              <a:t>+ 40-60% </a:t>
            </a:r>
          </a:p>
        </p:txBody>
      </p:sp>
      <p:sp>
        <p:nvSpPr>
          <p:cNvPr id="300" name="TextBox 32">
            <a:extLst>
              <a:ext uri="{FF2B5EF4-FFF2-40B4-BE49-F238E27FC236}">
                <a16:creationId xmlns:a16="http://schemas.microsoft.com/office/drawing/2014/main" id="{FFD296E0-094D-93E1-8E71-80368F423FD1}"/>
              </a:ext>
            </a:extLst>
          </p:cNvPr>
          <p:cNvSpPr txBox="1"/>
          <p:nvPr/>
        </p:nvSpPr>
        <p:spPr>
          <a:xfrm>
            <a:off x="2310057" y="6349471"/>
            <a:ext cx="1399302" cy="369332"/>
          </a:xfrm>
          <a:prstGeom prst="rect">
            <a:avLst/>
          </a:prstGeom>
          <a:noFill/>
        </p:spPr>
        <p:txBody>
          <a:bodyPr wrap="square" lIns="0" tIns="0" rIns="0" bIns="0" rtlCol="0" anchor="t" anchorCtr="0">
            <a:spAutoFit/>
          </a:bodyPr>
          <a:lstStyle>
            <a:defPPr>
              <a:defRPr lang="fr-FR"/>
            </a:defPPr>
            <a:lvl1pPr>
              <a:lnSpc>
                <a:spcPct val="125000"/>
              </a:lnSpc>
              <a:defRPr sz="1200">
                <a:latin typeface="Segoe UI" panose="020B0502040204020203" pitchFamily="34" charset="0"/>
                <a:cs typeface="Segoe UI" panose="020B0502040204020203"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bg1"/>
                </a:solidFill>
                <a:effectLst/>
                <a:uLnTx/>
                <a:uFillTx/>
                <a:latin typeface="Segoe UI" panose="020B0502040204020203" pitchFamily="34" charset="0"/>
                <a:ea typeface="+mn-ea"/>
                <a:cs typeface="Segoe UI" panose="020B0502040204020203" pitchFamily="34" charset="0"/>
              </a:rPr>
              <a:t>Faster Maintenance Cycle</a:t>
            </a:r>
            <a:endParaRPr kumimoji="0" lang="en-US" sz="1200" b="0" i="0" u="none" strike="noStrike" kern="1200" cap="none" spc="0" normalizeH="0" baseline="0" noProof="0">
              <a:ln>
                <a:noFill/>
              </a:ln>
              <a:solidFill>
                <a:schemeClr val="bg1"/>
              </a:solidFill>
              <a:effectLst/>
              <a:uLnTx/>
              <a:uFillTx/>
              <a:latin typeface="Ubuntu"/>
              <a:ea typeface="+mn-ea"/>
              <a:cs typeface="Segoe UI"/>
            </a:endParaRPr>
          </a:p>
        </p:txBody>
      </p:sp>
      <p:sp>
        <p:nvSpPr>
          <p:cNvPr id="301" name="TextBox 32">
            <a:extLst>
              <a:ext uri="{FF2B5EF4-FFF2-40B4-BE49-F238E27FC236}">
                <a16:creationId xmlns:a16="http://schemas.microsoft.com/office/drawing/2014/main" id="{741C8066-FA61-9303-61A3-D923036FED99}"/>
              </a:ext>
            </a:extLst>
          </p:cNvPr>
          <p:cNvSpPr txBox="1"/>
          <p:nvPr/>
        </p:nvSpPr>
        <p:spPr>
          <a:xfrm>
            <a:off x="7152024" y="6349471"/>
            <a:ext cx="1680558" cy="369332"/>
          </a:xfrm>
          <a:prstGeom prst="rect">
            <a:avLst/>
          </a:prstGeom>
          <a:noFill/>
        </p:spPr>
        <p:txBody>
          <a:bodyPr wrap="square" lIns="0" tIns="0" rIns="0" bIns="0" rtlCol="0" anchor="t" anchorCtr="0">
            <a:spAutoFit/>
          </a:bodyPr>
          <a:lstStyle>
            <a:defPPr>
              <a:defRPr lang="fr-FR"/>
            </a:defPPr>
            <a:lvl1pPr>
              <a:lnSpc>
                <a:spcPct val="125000"/>
              </a:lnSpc>
              <a:defRPr sz="1200">
                <a:latin typeface="Segoe UI" panose="020B0502040204020203" pitchFamily="34" charset="0"/>
                <a:cs typeface="Segoe UI" panose="020B0502040204020203"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bg1"/>
                </a:solidFill>
                <a:effectLst/>
                <a:uLnTx/>
                <a:uFillTx/>
                <a:latin typeface="Segoe UI" panose="020B0502040204020203" pitchFamily="34" charset="0"/>
                <a:ea typeface="+mn-ea"/>
                <a:cs typeface="Segoe UI" panose="020B0502040204020203" pitchFamily="34" charset="0"/>
              </a:rPr>
              <a:t>Accurate Predictive Health Insight</a:t>
            </a:r>
          </a:p>
        </p:txBody>
      </p:sp>
      <p:sp>
        <p:nvSpPr>
          <p:cNvPr id="302" name="ZoneTexte 4">
            <a:extLst>
              <a:ext uri="{FF2B5EF4-FFF2-40B4-BE49-F238E27FC236}">
                <a16:creationId xmlns:a16="http://schemas.microsoft.com/office/drawing/2014/main" id="{67DBF608-E673-7C4A-A2E5-D8FB5BCBE846}"/>
              </a:ext>
            </a:extLst>
          </p:cNvPr>
          <p:cNvSpPr txBox="1"/>
          <p:nvPr/>
        </p:nvSpPr>
        <p:spPr>
          <a:xfrm>
            <a:off x="7152024" y="6003487"/>
            <a:ext cx="1113477" cy="365760"/>
          </a:xfrm>
          <a:prstGeom prst="rect">
            <a:avLst/>
          </a:prstGeom>
          <a:noFill/>
        </p:spPr>
        <p:txBody>
          <a:bodyPr wrap="square" lIns="0" rIns="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chemeClr val="bg1"/>
                </a:solidFill>
                <a:effectLst/>
                <a:uLnTx/>
                <a:uFillTx/>
                <a:latin typeface="Ubuntu Light" panose="020B0304030602030204" pitchFamily="34" charset="0"/>
                <a:ea typeface="+mn-ea"/>
                <a:cs typeface="+mn-cs"/>
              </a:rPr>
              <a:t>+ 80-95% </a:t>
            </a:r>
          </a:p>
        </p:txBody>
      </p:sp>
      <p:grpSp>
        <p:nvGrpSpPr>
          <p:cNvPr id="305" name="Group 304">
            <a:extLst>
              <a:ext uri="{FF2B5EF4-FFF2-40B4-BE49-F238E27FC236}">
                <a16:creationId xmlns:a16="http://schemas.microsoft.com/office/drawing/2014/main" id="{B5258944-078F-77B8-2331-F50B0E6AB16E}"/>
              </a:ext>
            </a:extLst>
          </p:cNvPr>
          <p:cNvGrpSpPr/>
          <p:nvPr/>
        </p:nvGrpSpPr>
        <p:grpSpPr>
          <a:xfrm>
            <a:off x="8649187" y="5620191"/>
            <a:ext cx="3422211" cy="131284"/>
            <a:chOff x="8260676" y="974846"/>
            <a:chExt cx="3422211" cy="131284"/>
          </a:xfrm>
        </p:grpSpPr>
        <p:sp>
          <p:nvSpPr>
            <p:cNvPr id="306" name="Rectangle 305">
              <a:extLst>
                <a:ext uri="{FF2B5EF4-FFF2-40B4-BE49-F238E27FC236}">
                  <a16:creationId xmlns:a16="http://schemas.microsoft.com/office/drawing/2014/main" id="{BBCB93F9-42D1-F05F-E75B-2AD314CFB8BA}"/>
                </a:ext>
              </a:extLst>
            </p:cNvPr>
            <p:cNvSpPr/>
            <p:nvPr/>
          </p:nvSpPr>
          <p:spPr>
            <a:xfrm>
              <a:off x="10981239" y="990422"/>
              <a:ext cx="193830" cy="115708"/>
            </a:xfrm>
            <a:prstGeom prst="rect">
              <a:avLst/>
            </a:prstGeom>
            <a:solidFill>
              <a:srgbClr val="FF304D"/>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chemeClr val="tx1"/>
                </a:solidFill>
                <a:effectLst/>
                <a:uLnTx/>
                <a:uFillTx/>
                <a:latin typeface="Ubuntu"/>
                <a:ea typeface="+mn-ea"/>
                <a:cs typeface="+mn-cs"/>
              </a:endParaRPr>
            </a:p>
          </p:txBody>
        </p:sp>
        <p:sp>
          <p:nvSpPr>
            <p:cNvPr id="307" name="ZoneTexte 7">
              <a:extLst>
                <a:ext uri="{FF2B5EF4-FFF2-40B4-BE49-F238E27FC236}">
                  <a16:creationId xmlns:a16="http://schemas.microsoft.com/office/drawing/2014/main" id="{FA0A83E2-C489-BAC7-750A-B74EF553808A}"/>
                </a:ext>
              </a:extLst>
            </p:cNvPr>
            <p:cNvSpPr txBox="1"/>
            <p:nvPr/>
          </p:nvSpPr>
          <p:spPr>
            <a:xfrm>
              <a:off x="11205192" y="974846"/>
              <a:ext cx="477695" cy="123111"/>
            </a:xfrm>
            <a:prstGeom prst="rect">
              <a:avLst/>
            </a:prstGeom>
            <a:noFill/>
            <a:ln>
              <a:noFill/>
            </a:ln>
          </p:spPr>
          <p:txBody>
            <a:bodyPr vert="horz" wrap="none" lIns="0" tIns="0" rIns="0" bIns="0" rtlCol="0" anchor="ctr">
              <a:sp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800" b="0" i="0" u="none" strike="noStrike" kern="1200" cap="none" spc="0" normalizeH="0" baseline="0" noProof="0">
                  <a:ln>
                    <a:noFill/>
                  </a:ln>
                  <a:effectLst/>
                  <a:uLnTx/>
                  <a:uFillTx/>
                  <a:latin typeface="Ubuntu"/>
                  <a:ea typeface="+mn-ea"/>
                  <a:cs typeface="+mn-cs"/>
                </a:rPr>
                <a:t>Agentic AI</a:t>
              </a:r>
            </a:p>
          </p:txBody>
        </p:sp>
        <p:sp>
          <p:nvSpPr>
            <p:cNvPr id="308" name="Rectangle 307">
              <a:extLst>
                <a:ext uri="{FF2B5EF4-FFF2-40B4-BE49-F238E27FC236}">
                  <a16:creationId xmlns:a16="http://schemas.microsoft.com/office/drawing/2014/main" id="{3EDC81DC-925A-9174-527E-D2848990562D}"/>
                </a:ext>
              </a:extLst>
            </p:cNvPr>
            <p:cNvSpPr/>
            <p:nvPr/>
          </p:nvSpPr>
          <p:spPr>
            <a:xfrm>
              <a:off x="9749231" y="990422"/>
              <a:ext cx="193830" cy="115708"/>
            </a:xfrm>
            <a:prstGeom prst="rect">
              <a:avLst/>
            </a:prstGeom>
            <a:solidFill>
              <a:srgbClr val="FFB24A"/>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chemeClr val="tx1"/>
                </a:solidFill>
                <a:effectLst/>
                <a:uLnTx/>
                <a:uFillTx/>
                <a:latin typeface="Ubuntu"/>
                <a:ea typeface="+mn-ea"/>
                <a:cs typeface="+mn-cs"/>
              </a:endParaRPr>
            </a:p>
          </p:txBody>
        </p:sp>
        <p:sp>
          <p:nvSpPr>
            <p:cNvPr id="309" name="ZoneTexte 52">
              <a:extLst>
                <a:ext uri="{FF2B5EF4-FFF2-40B4-BE49-F238E27FC236}">
                  <a16:creationId xmlns:a16="http://schemas.microsoft.com/office/drawing/2014/main" id="{D4D65649-327F-4E5D-0BF6-0CC848C5450A}"/>
                </a:ext>
              </a:extLst>
            </p:cNvPr>
            <p:cNvSpPr txBox="1"/>
            <p:nvPr/>
          </p:nvSpPr>
          <p:spPr>
            <a:xfrm>
              <a:off x="9984430" y="974846"/>
              <a:ext cx="277320" cy="123111"/>
            </a:xfrm>
            <a:prstGeom prst="rect">
              <a:avLst/>
            </a:prstGeom>
            <a:noFill/>
            <a:ln>
              <a:noFill/>
            </a:ln>
          </p:spPr>
          <p:txBody>
            <a:bodyPr vert="horz" wrap="none" lIns="0" tIns="0" rIns="0" bIns="0" rtlCol="0" anchor="ctr">
              <a:sp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800" b="0" i="0" u="none" strike="noStrike" kern="1200" cap="none" spc="0" normalizeH="0" baseline="0" noProof="0">
                  <a:ln>
                    <a:noFill/>
                  </a:ln>
                  <a:effectLst/>
                  <a:uLnTx/>
                  <a:uFillTx/>
                  <a:latin typeface="Ubuntu"/>
                  <a:ea typeface="+mn-ea"/>
                  <a:cs typeface="+mn-cs"/>
                </a:rPr>
                <a:t>AI/ML</a:t>
              </a:r>
            </a:p>
          </p:txBody>
        </p:sp>
        <p:sp>
          <p:nvSpPr>
            <p:cNvPr id="310" name="Rectangle 309">
              <a:extLst>
                <a:ext uri="{FF2B5EF4-FFF2-40B4-BE49-F238E27FC236}">
                  <a16:creationId xmlns:a16="http://schemas.microsoft.com/office/drawing/2014/main" id="{D019F243-997C-D462-7F7F-0E5963909ACA}"/>
                </a:ext>
              </a:extLst>
            </p:cNvPr>
            <p:cNvSpPr/>
            <p:nvPr/>
          </p:nvSpPr>
          <p:spPr>
            <a:xfrm>
              <a:off x="10352324" y="990422"/>
              <a:ext cx="193830" cy="115708"/>
            </a:xfrm>
            <a:prstGeom prst="rect">
              <a:avLst/>
            </a:prstGeom>
            <a:solidFill>
              <a:srgbClr val="E557AD"/>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chemeClr val="tx1"/>
                </a:solidFill>
                <a:effectLst/>
                <a:uLnTx/>
                <a:uFillTx/>
                <a:latin typeface="Ubuntu"/>
                <a:ea typeface="+mn-ea"/>
                <a:cs typeface="+mn-cs"/>
              </a:endParaRPr>
            </a:p>
          </p:txBody>
        </p:sp>
        <p:sp>
          <p:nvSpPr>
            <p:cNvPr id="311" name="ZoneTexte 62">
              <a:extLst>
                <a:ext uri="{FF2B5EF4-FFF2-40B4-BE49-F238E27FC236}">
                  <a16:creationId xmlns:a16="http://schemas.microsoft.com/office/drawing/2014/main" id="{FD97BB79-0F46-C82D-70DF-1444F138F0BC}"/>
                </a:ext>
              </a:extLst>
            </p:cNvPr>
            <p:cNvSpPr txBox="1"/>
            <p:nvPr/>
          </p:nvSpPr>
          <p:spPr>
            <a:xfrm>
              <a:off x="10576277" y="974846"/>
              <a:ext cx="304571" cy="123111"/>
            </a:xfrm>
            <a:prstGeom prst="rect">
              <a:avLst/>
            </a:prstGeom>
            <a:noFill/>
            <a:ln>
              <a:noFill/>
            </a:ln>
          </p:spPr>
          <p:txBody>
            <a:bodyPr vert="horz" wrap="none" lIns="0" tIns="0" rIns="0" bIns="0" rtlCol="0" anchor="ctr">
              <a:sp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800" b="0" i="0" u="none" strike="noStrike" kern="1200" cap="none" spc="0" normalizeH="0" baseline="0" noProof="0">
                  <a:ln>
                    <a:noFill/>
                  </a:ln>
                  <a:effectLst/>
                  <a:uLnTx/>
                  <a:uFillTx/>
                  <a:latin typeface="Ubuntu"/>
                  <a:ea typeface="+mn-ea"/>
                  <a:cs typeface="+mn-cs"/>
                </a:rPr>
                <a:t>Gen AI</a:t>
              </a:r>
            </a:p>
          </p:txBody>
        </p:sp>
        <p:sp>
          <p:nvSpPr>
            <p:cNvPr id="312" name="Rectangle 311">
              <a:extLst>
                <a:ext uri="{FF2B5EF4-FFF2-40B4-BE49-F238E27FC236}">
                  <a16:creationId xmlns:a16="http://schemas.microsoft.com/office/drawing/2014/main" id="{1D63EE05-CBE5-3558-68E9-8F2055C18709}"/>
                </a:ext>
              </a:extLst>
            </p:cNvPr>
            <p:cNvSpPr/>
            <p:nvPr/>
          </p:nvSpPr>
          <p:spPr>
            <a:xfrm>
              <a:off x="8915798" y="990422"/>
              <a:ext cx="193830" cy="115708"/>
            </a:xfrm>
            <a:prstGeom prst="rect">
              <a:avLst/>
            </a:prstGeom>
            <a:solidFill>
              <a:srgbClr val="2EA657"/>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chemeClr val="tx1"/>
                </a:solidFill>
                <a:effectLst/>
                <a:uLnTx/>
                <a:uFillTx/>
                <a:latin typeface="Ubuntu"/>
                <a:ea typeface="+mn-ea"/>
                <a:cs typeface="+mn-cs"/>
              </a:endParaRPr>
            </a:p>
          </p:txBody>
        </p:sp>
        <p:sp>
          <p:nvSpPr>
            <p:cNvPr id="313" name="ZoneTexte 52">
              <a:extLst>
                <a:ext uri="{FF2B5EF4-FFF2-40B4-BE49-F238E27FC236}">
                  <a16:creationId xmlns:a16="http://schemas.microsoft.com/office/drawing/2014/main" id="{9BCF583A-98B0-2BEF-35C5-05DADBE27DF7}"/>
                </a:ext>
              </a:extLst>
            </p:cNvPr>
            <p:cNvSpPr txBox="1"/>
            <p:nvPr/>
          </p:nvSpPr>
          <p:spPr>
            <a:xfrm>
              <a:off x="9154043" y="974846"/>
              <a:ext cx="496931" cy="123111"/>
            </a:xfrm>
            <a:prstGeom prst="rect">
              <a:avLst/>
            </a:prstGeom>
            <a:noFill/>
            <a:ln>
              <a:noFill/>
            </a:ln>
          </p:spPr>
          <p:txBody>
            <a:bodyPr vert="horz" wrap="none" lIns="0" tIns="0" rIns="0" bIns="0" rtlCol="0" anchor="ctr">
              <a:sp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800" b="0" i="0" u="none" strike="noStrike" kern="1200" cap="none" spc="0" normalizeH="0" baseline="0" noProof="0">
                  <a:ln>
                    <a:noFill/>
                  </a:ln>
                  <a:effectLst/>
                  <a:uLnTx/>
                  <a:uFillTx/>
                  <a:latin typeface="Ubuntu"/>
                  <a:ea typeface="+mn-ea"/>
                  <a:cs typeface="+mn-cs"/>
                </a:rPr>
                <a:t>RPA/script</a:t>
              </a:r>
            </a:p>
          </p:txBody>
        </p:sp>
        <p:sp>
          <p:nvSpPr>
            <p:cNvPr id="314" name="Rectangle 313">
              <a:extLst>
                <a:ext uri="{FF2B5EF4-FFF2-40B4-BE49-F238E27FC236}">
                  <a16:creationId xmlns:a16="http://schemas.microsoft.com/office/drawing/2014/main" id="{5E544E14-5595-A083-1678-F36E5AC7545F}"/>
                </a:ext>
              </a:extLst>
            </p:cNvPr>
            <p:cNvSpPr/>
            <p:nvPr/>
          </p:nvSpPr>
          <p:spPr>
            <a:xfrm>
              <a:off x="8260676" y="990422"/>
              <a:ext cx="193830" cy="115708"/>
            </a:xfrm>
            <a:prstGeom prst="rect">
              <a:avLst/>
            </a:prstGeom>
            <a:solidFill>
              <a:schemeClr val="accent1">
                <a:lumMod val="7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chemeClr val="tx1"/>
                </a:solidFill>
                <a:effectLst/>
                <a:uLnTx/>
                <a:uFillTx/>
                <a:latin typeface="Ubuntu"/>
                <a:ea typeface="+mn-ea"/>
                <a:cs typeface="+mn-cs"/>
              </a:endParaRPr>
            </a:p>
          </p:txBody>
        </p:sp>
        <p:sp>
          <p:nvSpPr>
            <p:cNvPr id="315" name="ZoneTexte 52">
              <a:extLst>
                <a:ext uri="{FF2B5EF4-FFF2-40B4-BE49-F238E27FC236}">
                  <a16:creationId xmlns:a16="http://schemas.microsoft.com/office/drawing/2014/main" id="{2CCE5216-440E-8DD7-D3AA-20EF0158A2D5}"/>
                </a:ext>
              </a:extLst>
            </p:cNvPr>
            <p:cNvSpPr txBox="1"/>
            <p:nvPr/>
          </p:nvSpPr>
          <p:spPr>
            <a:xfrm>
              <a:off x="8498921" y="974846"/>
              <a:ext cx="331822" cy="123111"/>
            </a:xfrm>
            <a:prstGeom prst="rect">
              <a:avLst/>
            </a:prstGeom>
            <a:noFill/>
            <a:ln>
              <a:noFill/>
            </a:ln>
          </p:spPr>
          <p:txBody>
            <a:bodyPr vert="horz" wrap="none" lIns="0" tIns="0" rIns="0" bIns="0" rtlCol="0" anchor="ctr">
              <a:sp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800" b="0" i="0" u="none" strike="noStrike" kern="1200" cap="none" spc="0" normalizeH="0" baseline="0" noProof="0">
                  <a:ln>
                    <a:noFill/>
                  </a:ln>
                  <a:effectLst/>
                  <a:uLnTx/>
                  <a:uFillTx/>
                  <a:latin typeface="Ubuntu"/>
                  <a:ea typeface="+mn-ea"/>
                  <a:cs typeface="+mn-cs"/>
                </a:rPr>
                <a:t>Human</a:t>
              </a:r>
            </a:p>
          </p:txBody>
        </p:sp>
      </p:grpSp>
      <p:sp>
        <p:nvSpPr>
          <p:cNvPr id="318" name="Rectangle 317">
            <a:extLst>
              <a:ext uri="{FF2B5EF4-FFF2-40B4-BE49-F238E27FC236}">
                <a16:creationId xmlns:a16="http://schemas.microsoft.com/office/drawing/2014/main" id="{F60B7213-2166-6F0B-76E7-2DF36EB64A0F}"/>
              </a:ext>
            </a:extLst>
          </p:cNvPr>
          <p:cNvSpPr/>
          <p:nvPr/>
        </p:nvSpPr>
        <p:spPr>
          <a:xfrm>
            <a:off x="6034968" y="1368451"/>
            <a:ext cx="6016989" cy="3594847"/>
          </a:xfrm>
          <a:prstGeom prst="rect">
            <a:avLst/>
          </a:prstGeom>
          <a:noFill/>
          <a:ln w="28575">
            <a:solidFill>
              <a:srgbClr val="00B050"/>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319" name="TextBox 318">
            <a:extLst>
              <a:ext uri="{FF2B5EF4-FFF2-40B4-BE49-F238E27FC236}">
                <a16:creationId xmlns:a16="http://schemas.microsoft.com/office/drawing/2014/main" id="{5F8145C2-4D94-A79B-8270-62629083FBED}"/>
              </a:ext>
            </a:extLst>
          </p:cNvPr>
          <p:cNvSpPr txBox="1"/>
          <p:nvPr/>
        </p:nvSpPr>
        <p:spPr>
          <a:xfrm>
            <a:off x="10459011" y="1347192"/>
            <a:ext cx="1428189" cy="309958"/>
          </a:xfrm>
          <a:prstGeom prst="rect">
            <a:avLst/>
          </a:prstGeom>
          <a:noFill/>
        </p:spPr>
        <p:txBody>
          <a:bodyPr vert="horz" wrap="none" lIns="90000" tIns="46800" rIns="90000" bIns="46800" rtlCol="0" anchor="ctr">
            <a:spAutoFit/>
          </a:bodyPr>
          <a:lstStyle/>
          <a:p>
            <a:pPr algn="l">
              <a:spcBef>
                <a:spcPct val="0"/>
              </a:spcBef>
            </a:pPr>
            <a:r>
              <a:rPr lang="en-US" sz="1400">
                <a:solidFill>
                  <a:srgbClr val="00B050"/>
                </a:solidFill>
              </a:rPr>
              <a:t>Use Case scope</a:t>
            </a:r>
          </a:p>
        </p:txBody>
      </p:sp>
      <p:sp>
        <p:nvSpPr>
          <p:cNvPr id="4" name="TextBox 3">
            <a:extLst>
              <a:ext uri="{FF2B5EF4-FFF2-40B4-BE49-F238E27FC236}">
                <a16:creationId xmlns:a16="http://schemas.microsoft.com/office/drawing/2014/main" id="{27FFF1B8-30B8-0719-F886-A83A7D32A15B}"/>
              </a:ext>
            </a:extLst>
          </p:cNvPr>
          <p:cNvSpPr txBox="1"/>
          <p:nvPr/>
        </p:nvSpPr>
        <p:spPr>
          <a:xfrm>
            <a:off x="1174733" y="2164456"/>
            <a:ext cx="622119" cy="506036"/>
          </a:xfrm>
          <a:prstGeom prst="roundRect">
            <a:avLst/>
          </a:prstGeom>
          <a:solidFill>
            <a:schemeClr val="tx1"/>
          </a:solidFill>
          <a:ln>
            <a:solidFill>
              <a:schemeClr val="bg1"/>
            </a:solidFill>
          </a:ln>
        </p:spPr>
        <p:txBody>
          <a:bodyPr vert="horz" wrap="square" lIns="45720" tIns="45720" rIns="45720" bIns="46800" rtlCol="0" anchor="ctr">
            <a:noAutofit/>
          </a:bodyPr>
          <a:lstStyle>
            <a:defPPr>
              <a:defRPr lang="en-US"/>
            </a:defPPr>
            <a:lvl1pPr algn="ctr">
              <a:spcBef>
                <a:spcPct val="0"/>
              </a:spcBef>
              <a:defRPr sz="1000">
                <a:solidFill>
                  <a:srgbClr val="68D1F3"/>
                </a:solidFill>
                <a:latin typeface="Ubuntu"/>
              </a:defRPr>
            </a:lvl1pPr>
          </a:lstStyle>
          <a:p>
            <a:pPr>
              <a:defRPr/>
            </a:pPr>
            <a:r>
              <a:rPr lang="en-US" sz="600" err="1">
                <a:solidFill>
                  <a:srgbClr val="FFFFFF"/>
                </a:solidFill>
              </a:rPr>
              <a:t>Inven</a:t>
            </a:r>
            <a:r>
              <a:rPr lang="en-US" sz="600">
                <a:solidFill>
                  <a:srgbClr val="FFFFFF"/>
                </a:solidFill>
              </a:rPr>
              <a:t>tory mapping</a:t>
            </a:r>
          </a:p>
        </p:txBody>
      </p:sp>
      <p:sp>
        <p:nvSpPr>
          <p:cNvPr id="7" name="TextBox 6">
            <a:extLst>
              <a:ext uri="{FF2B5EF4-FFF2-40B4-BE49-F238E27FC236}">
                <a16:creationId xmlns:a16="http://schemas.microsoft.com/office/drawing/2014/main" id="{F628B37F-23B0-1997-9665-73CE6E165534}"/>
              </a:ext>
            </a:extLst>
          </p:cNvPr>
          <p:cNvSpPr txBox="1"/>
          <p:nvPr/>
        </p:nvSpPr>
        <p:spPr>
          <a:xfrm>
            <a:off x="5032968" y="2193393"/>
            <a:ext cx="726506" cy="448163"/>
          </a:xfrm>
          <a:prstGeom prst="roundRect">
            <a:avLst/>
          </a:prstGeom>
          <a:solidFill>
            <a:schemeClr val="tx1"/>
          </a:solidFill>
          <a:ln>
            <a:solidFill>
              <a:schemeClr val="bg1"/>
            </a:solidFill>
          </a:ln>
        </p:spPr>
        <p:txBody>
          <a:bodyPr vert="horz" wrap="square" lIns="45720" tIns="45720" rIns="45720" bIns="46800" rtlCol="0" anchor="ctr">
            <a:noAutofit/>
          </a:bodyPr>
          <a:lstStyle>
            <a:defPPr>
              <a:defRPr lang="en-US"/>
            </a:defPPr>
            <a:lvl1pPr algn="ctr">
              <a:spcBef>
                <a:spcPct val="0"/>
              </a:spcBef>
              <a:defRPr sz="1000">
                <a:solidFill>
                  <a:srgbClr val="68D1F3"/>
                </a:solidFill>
                <a:latin typeface="Ubuntu"/>
              </a:defRPr>
            </a:lvl1pPr>
          </a:lstStyle>
          <a:p>
            <a:pPr>
              <a:defRPr/>
            </a:pPr>
            <a:r>
              <a:rPr lang="en-US" sz="700">
                <a:solidFill>
                  <a:srgbClr val="FFFFFF"/>
                </a:solidFill>
              </a:rPr>
              <a:t>Preventative Maintenance</a:t>
            </a:r>
            <a:endParaRPr lang="en-US" sz="700" b="0" i="0" u="none" strike="noStrike" kern="1200" cap="none" spc="0" normalizeH="0" baseline="0" noProof="0">
              <a:ln>
                <a:noFill/>
              </a:ln>
              <a:solidFill>
                <a:srgbClr val="FFFFFF"/>
              </a:solidFill>
              <a:effectLst/>
              <a:uLnTx/>
              <a:uFillTx/>
              <a:latin typeface="Ubuntu"/>
            </a:endParaRPr>
          </a:p>
        </p:txBody>
      </p:sp>
      <p:sp>
        <p:nvSpPr>
          <p:cNvPr id="13" name="TextBox 12">
            <a:extLst>
              <a:ext uri="{FF2B5EF4-FFF2-40B4-BE49-F238E27FC236}">
                <a16:creationId xmlns:a16="http://schemas.microsoft.com/office/drawing/2014/main" id="{3A5AC346-2FBA-CE6C-5C9E-905F0DE0EC42}"/>
              </a:ext>
            </a:extLst>
          </p:cNvPr>
          <p:cNvSpPr txBox="1"/>
          <p:nvPr/>
        </p:nvSpPr>
        <p:spPr>
          <a:xfrm>
            <a:off x="1878859" y="2188570"/>
            <a:ext cx="525665" cy="457809"/>
          </a:xfrm>
          <a:prstGeom prst="roundRect">
            <a:avLst/>
          </a:prstGeom>
          <a:solidFill>
            <a:schemeClr val="tx1"/>
          </a:solidFill>
          <a:ln>
            <a:solidFill>
              <a:schemeClr val="bg1"/>
            </a:solidFill>
          </a:ln>
        </p:spPr>
        <p:txBody>
          <a:bodyPr vert="horz" wrap="square" lIns="45720" tIns="45720" rIns="45720" bIns="46800" rtlCol="0" anchor="ctr">
            <a:noAutofit/>
          </a:bodyPr>
          <a:lstStyle>
            <a:defPPr>
              <a:defRPr lang="en-US"/>
            </a:defPPr>
            <a:lvl1pPr algn="ctr">
              <a:spcBef>
                <a:spcPct val="0"/>
              </a:spcBef>
              <a:defRPr sz="1000">
                <a:solidFill>
                  <a:srgbClr val="68D1F3"/>
                </a:solidFill>
                <a:latin typeface="Ubuntu"/>
              </a:defRPr>
            </a:lvl1pPr>
          </a:lstStyle>
          <a:p>
            <a:pPr>
              <a:defRPr/>
            </a:pPr>
            <a:r>
              <a:rPr lang="en-US" sz="600">
                <a:solidFill>
                  <a:srgbClr val="FFFFFF"/>
                </a:solidFill>
              </a:rPr>
              <a:t>Critical Assets  </a:t>
            </a:r>
          </a:p>
          <a:p>
            <a:pPr>
              <a:defRPr/>
            </a:pPr>
            <a:r>
              <a:rPr lang="en-US" sz="600">
                <a:solidFill>
                  <a:srgbClr val="FFFFFF"/>
                </a:solidFill>
              </a:rPr>
              <a:t>triage</a:t>
            </a:r>
          </a:p>
        </p:txBody>
      </p:sp>
      <p:sp>
        <p:nvSpPr>
          <p:cNvPr id="15" name="TextBox 14">
            <a:extLst>
              <a:ext uri="{FF2B5EF4-FFF2-40B4-BE49-F238E27FC236}">
                <a16:creationId xmlns:a16="http://schemas.microsoft.com/office/drawing/2014/main" id="{8F8A003D-6EBE-2369-55A3-FB5B8BC1FB8A}"/>
              </a:ext>
            </a:extLst>
          </p:cNvPr>
          <p:cNvSpPr txBox="1"/>
          <p:nvPr/>
        </p:nvSpPr>
        <p:spPr>
          <a:xfrm>
            <a:off x="2457593" y="2188569"/>
            <a:ext cx="708930" cy="457810"/>
          </a:xfrm>
          <a:prstGeom prst="roundRect">
            <a:avLst/>
          </a:prstGeom>
          <a:solidFill>
            <a:schemeClr val="tx1"/>
          </a:solidFill>
          <a:ln>
            <a:solidFill>
              <a:schemeClr val="bg1"/>
            </a:solidFill>
          </a:ln>
        </p:spPr>
        <p:txBody>
          <a:bodyPr vert="horz" wrap="square" lIns="45720" tIns="45720" rIns="45720" bIns="46800" rtlCol="0" anchor="ctr">
            <a:noAutofit/>
          </a:bodyPr>
          <a:lstStyle>
            <a:defPPr>
              <a:defRPr lang="en-US"/>
            </a:defPPr>
            <a:lvl1pPr algn="ctr">
              <a:spcBef>
                <a:spcPct val="0"/>
              </a:spcBef>
              <a:defRPr sz="1000">
                <a:solidFill>
                  <a:srgbClr val="68D1F3"/>
                </a:solidFill>
                <a:latin typeface="Ubuntu"/>
              </a:defRPr>
            </a:lvl1pPr>
          </a:lstStyle>
          <a:p>
            <a:pPr>
              <a:defRPr/>
            </a:pPr>
            <a:r>
              <a:rPr lang="en-US" sz="600">
                <a:solidFill>
                  <a:srgbClr val="FFFFFF"/>
                </a:solidFill>
              </a:rPr>
              <a:t>Plan &amp; schedule Work Orders </a:t>
            </a:r>
            <a:endParaRPr lang="en-US" sz="600" b="0" i="0" u="none" strike="noStrike" kern="1200" cap="none" spc="0" normalizeH="0" baseline="0" noProof="0">
              <a:ln>
                <a:noFill/>
              </a:ln>
              <a:solidFill>
                <a:srgbClr val="FFFFFF"/>
              </a:solidFill>
              <a:effectLst/>
              <a:uLnTx/>
              <a:uFillTx/>
              <a:latin typeface="Ubuntu"/>
            </a:endParaRPr>
          </a:p>
        </p:txBody>
      </p:sp>
      <p:sp>
        <p:nvSpPr>
          <p:cNvPr id="17" name="TextBox 16">
            <a:extLst>
              <a:ext uri="{FF2B5EF4-FFF2-40B4-BE49-F238E27FC236}">
                <a16:creationId xmlns:a16="http://schemas.microsoft.com/office/drawing/2014/main" id="{3EDE572B-B706-BEDD-8004-EE055C92CF0D}"/>
              </a:ext>
            </a:extLst>
          </p:cNvPr>
          <p:cNvSpPr txBox="1"/>
          <p:nvPr/>
        </p:nvSpPr>
        <p:spPr>
          <a:xfrm>
            <a:off x="4139516" y="2188570"/>
            <a:ext cx="641411" cy="457808"/>
          </a:xfrm>
          <a:prstGeom prst="roundRect">
            <a:avLst/>
          </a:prstGeom>
          <a:solidFill>
            <a:schemeClr val="tx1"/>
          </a:solidFill>
          <a:ln>
            <a:solidFill>
              <a:schemeClr val="bg1"/>
            </a:solidFill>
          </a:ln>
        </p:spPr>
        <p:txBody>
          <a:bodyPr vert="horz" wrap="square" lIns="45720" tIns="45720" rIns="45720" bIns="46800" rtlCol="0" anchor="ctr">
            <a:noAutofit/>
          </a:bodyPr>
          <a:lstStyle>
            <a:defPPr>
              <a:defRPr lang="en-US"/>
            </a:defPPr>
            <a:lvl1pPr algn="ctr">
              <a:spcBef>
                <a:spcPct val="0"/>
              </a:spcBef>
              <a:defRPr sz="1000">
                <a:solidFill>
                  <a:srgbClr val="68D1F3"/>
                </a:solidFill>
                <a:latin typeface="Ubuntu"/>
              </a:defRPr>
            </a:lvl1pPr>
          </a:lstStyle>
          <a:p>
            <a:pPr>
              <a:defRPr/>
            </a:pPr>
            <a:r>
              <a:rPr lang="en-US" sz="600">
                <a:solidFill>
                  <a:srgbClr val="FFFFFF"/>
                </a:solidFill>
              </a:rPr>
              <a:t>Maintenance data &amp; findings  </a:t>
            </a:r>
            <a:endParaRPr lang="en-US" sz="600" b="0" i="0" u="none" strike="noStrike" kern="1200" cap="none" spc="0" normalizeH="0" baseline="0" noProof="0">
              <a:ln>
                <a:noFill/>
              </a:ln>
              <a:solidFill>
                <a:srgbClr val="FFFFFF"/>
              </a:solidFill>
              <a:effectLst/>
              <a:uLnTx/>
              <a:uFillTx/>
              <a:latin typeface="Ubuntu"/>
            </a:endParaRPr>
          </a:p>
        </p:txBody>
      </p:sp>
      <p:sp>
        <p:nvSpPr>
          <p:cNvPr id="19" name="TextBox 18">
            <a:extLst>
              <a:ext uri="{FF2B5EF4-FFF2-40B4-BE49-F238E27FC236}">
                <a16:creationId xmlns:a16="http://schemas.microsoft.com/office/drawing/2014/main" id="{21586E4D-EE77-E4FD-CA53-E3F600CD0DB0}"/>
              </a:ext>
            </a:extLst>
          </p:cNvPr>
          <p:cNvSpPr txBox="1"/>
          <p:nvPr/>
        </p:nvSpPr>
        <p:spPr>
          <a:xfrm>
            <a:off x="6159749" y="2188569"/>
            <a:ext cx="913704" cy="457810"/>
          </a:xfrm>
          <a:prstGeom prst="roundRect">
            <a:avLst/>
          </a:prstGeom>
          <a:solidFill>
            <a:schemeClr val="tx1"/>
          </a:solidFill>
          <a:ln>
            <a:solidFill>
              <a:schemeClr val="bg1"/>
            </a:solidFill>
          </a:ln>
        </p:spPr>
        <p:txBody>
          <a:bodyPr vert="horz" wrap="square" lIns="45720" tIns="45720" rIns="45720" bIns="46800" rtlCol="0" anchor="ctr">
            <a:noAutofit/>
          </a:bodyPr>
          <a:lstStyle>
            <a:defPPr>
              <a:defRPr lang="en-US"/>
            </a:defPPr>
            <a:lvl1pPr algn="ctr">
              <a:spcBef>
                <a:spcPct val="0"/>
              </a:spcBef>
              <a:defRPr sz="1000">
                <a:solidFill>
                  <a:srgbClr val="68D1F3"/>
                </a:solidFill>
                <a:latin typeface="Ubuntu"/>
              </a:defRPr>
            </a:lvl1pPr>
          </a:lstStyle>
          <a:p>
            <a:pPr>
              <a:defRPr/>
            </a:pPr>
            <a:r>
              <a:rPr lang="en-US" sz="600">
                <a:solidFill>
                  <a:srgbClr val="FFFFFF"/>
                </a:solidFill>
              </a:rPr>
              <a:t>Monitor equipment data and predictive maintenance or faults</a:t>
            </a:r>
          </a:p>
        </p:txBody>
      </p:sp>
      <p:sp>
        <p:nvSpPr>
          <p:cNvPr id="21" name="TextBox 20">
            <a:extLst>
              <a:ext uri="{FF2B5EF4-FFF2-40B4-BE49-F238E27FC236}">
                <a16:creationId xmlns:a16="http://schemas.microsoft.com/office/drawing/2014/main" id="{C0D81216-000D-3F33-FDED-FA89B0AB9803}"/>
              </a:ext>
            </a:extLst>
          </p:cNvPr>
          <p:cNvSpPr txBox="1"/>
          <p:nvPr/>
        </p:nvSpPr>
        <p:spPr>
          <a:xfrm>
            <a:off x="7201509" y="2181896"/>
            <a:ext cx="778065" cy="491751"/>
          </a:xfrm>
          <a:prstGeom prst="roundRect">
            <a:avLst/>
          </a:prstGeom>
          <a:solidFill>
            <a:schemeClr val="tx1"/>
          </a:solidFill>
          <a:ln>
            <a:solidFill>
              <a:schemeClr val="bg1"/>
            </a:solidFill>
          </a:ln>
        </p:spPr>
        <p:txBody>
          <a:bodyPr vert="horz" wrap="square" lIns="45720" tIns="45720" rIns="45720" bIns="46800" rtlCol="0" anchor="ctr">
            <a:noAutofit/>
          </a:bodyPr>
          <a:lstStyle>
            <a:defPPr>
              <a:defRPr lang="en-US"/>
            </a:defPPr>
            <a:lvl1pPr algn="ctr">
              <a:spcBef>
                <a:spcPct val="0"/>
              </a:spcBef>
              <a:defRPr sz="1000">
                <a:solidFill>
                  <a:srgbClr val="68D1F3"/>
                </a:solidFill>
                <a:latin typeface="Ubuntu"/>
              </a:defRPr>
            </a:lvl1pPr>
          </a:lstStyle>
          <a:p>
            <a:pPr>
              <a:defRPr/>
            </a:pPr>
            <a:r>
              <a:rPr lang="en-US" sz="600">
                <a:solidFill>
                  <a:srgbClr val="FFFFFF"/>
                </a:solidFill>
              </a:rPr>
              <a:t>Triage and send Alert</a:t>
            </a:r>
          </a:p>
        </p:txBody>
      </p:sp>
      <p:sp>
        <p:nvSpPr>
          <p:cNvPr id="23" name="TextBox 22">
            <a:extLst>
              <a:ext uri="{FF2B5EF4-FFF2-40B4-BE49-F238E27FC236}">
                <a16:creationId xmlns:a16="http://schemas.microsoft.com/office/drawing/2014/main" id="{291DE9BC-79B6-3E6B-F9B4-6D22C9C20342}"/>
              </a:ext>
            </a:extLst>
          </p:cNvPr>
          <p:cNvSpPr txBox="1"/>
          <p:nvPr/>
        </p:nvSpPr>
        <p:spPr>
          <a:xfrm>
            <a:off x="8126182" y="2137082"/>
            <a:ext cx="573893" cy="540188"/>
          </a:xfrm>
          <a:prstGeom prst="roundRect">
            <a:avLst/>
          </a:prstGeom>
          <a:solidFill>
            <a:schemeClr val="tx1"/>
          </a:solidFill>
          <a:ln>
            <a:solidFill>
              <a:schemeClr val="bg1"/>
            </a:solidFill>
          </a:ln>
        </p:spPr>
        <p:txBody>
          <a:bodyPr vert="horz" wrap="square" lIns="45720" tIns="45720" rIns="45720" bIns="46800" rtlCol="0" anchor="ctr">
            <a:noAutofit/>
          </a:bodyPr>
          <a:lstStyle>
            <a:defPPr>
              <a:defRPr lang="en-US"/>
            </a:defPPr>
            <a:lvl1pPr algn="ctr">
              <a:spcBef>
                <a:spcPct val="0"/>
              </a:spcBef>
              <a:defRPr sz="1000">
                <a:solidFill>
                  <a:srgbClr val="68D1F3"/>
                </a:solidFill>
                <a:latin typeface="Ubuntu"/>
              </a:defRPr>
            </a:lvl1pPr>
          </a:lstStyle>
          <a:p>
            <a:pPr>
              <a:defRPr/>
            </a:pPr>
            <a:r>
              <a:rPr lang="en-US" sz="600">
                <a:solidFill>
                  <a:srgbClr val="FFFFFF"/>
                </a:solidFill>
              </a:rPr>
              <a:t>Review of alert an work ticket created  </a:t>
            </a:r>
            <a:endParaRPr lang="en-US"/>
          </a:p>
        </p:txBody>
      </p:sp>
      <p:sp>
        <p:nvSpPr>
          <p:cNvPr id="27" name="TextBox 26">
            <a:extLst>
              <a:ext uri="{FF2B5EF4-FFF2-40B4-BE49-F238E27FC236}">
                <a16:creationId xmlns:a16="http://schemas.microsoft.com/office/drawing/2014/main" id="{55DBE0D7-7E7C-75B7-01F7-F1F2B6C7CB15}"/>
              </a:ext>
            </a:extLst>
          </p:cNvPr>
          <p:cNvSpPr txBox="1"/>
          <p:nvPr/>
        </p:nvSpPr>
        <p:spPr>
          <a:xfrm>
            <a:off x="10519342" y="2174102"/>
            <a:ext cx="564249" cy="486745"/>
          </a:xfrm>
          <a:prstGeom prst="roundRect">
            <a:avLst/>
          </a:prstGeom>
          <a:solidFill>
            <a:schemeClr val="tx1"/>
          </a:solidFill>
          <a:ln>
            <a:solidFill>
              <a:schemeClr val="bg1"/>
            </a:solidFill>
          </a:ln>
        </p:spPr>
        <p:txBody>
          <a:bodyPr vert="horz" wrap="square" lIns="45720" tIns="45720" rIns="45720" bIns="46800" rtlCol="0" anchor="ctr">
            <a:noAutofit/>
          </a:bodyPr>
          <a:lstStyle>
            <a:defPPr>
              <a:defRPr lang="en-US"/>
            </a:defPPr>
            <a:lvl1pPr algn="ctr">
              <a:spcBef>
                <a:spcPct val="0"/>
              </a:spcBef>
              <a:defRPr sz="1000">
                <a:solidFill>
                  <a:srgbClr val="68D1F3"/>
                </a:solidFill>
                <a:latin typeface="Ubuntu"/>
              </a:defRPr>
            </a:lvl1pPr>
          </a:lstStyle>
          <a:p>
            <a:pPr>
              <a:defRPr/>
            </a:pPr>
            <a:r>
              <a:rPr lang="en-US" sz="600">
                <a:solidFill>
                  <a:srgbClr val="FFFFFF"/>
                </a:solidFill>
              </a:rPr>
              <a:t>Generate Audit register</a:t>
            </a:r>
          </a:p>
        </p:txBody>
      </p:sp>
      <p:sp>
        <p:nvSpPr>
          <p:cNvPr id="30" name="TextBox 29">
            <a:extLst>
              <a:ext uri="{FF2B5EF4-FFF2-40B4-BE49-F238E27FC236}">
                <a16:creationId xmlns:a16="http://schemas.microsoft.com/office/drawing/2014/main" id="{BEE86B49-BB1A-A892-5A6C-DD168FD1D44A}"/>
              </a:ext>
            </a:extLst>
          </p:cNvPr>
          <p:cNvSpPr txBox="1"/>
          <p:nvPr/>
        </p:nvSpPr>
        <p:spPr>
          <a:xfrm>
            <a:off x="9120168" y="2188569"/>
            <a:ext cx="573893" cy="457810"/>
          </a:xfrm>
          <a:prstGeom prst="roundRect">
            <a:avLst/>
          </a:prstGeom>
          <a:solidFill>
            <a:schemeClr val="tx1"/>
          </a:solidFill>
          <a:ln>
            <a:solidFill>
              <a:schemeClr val="bg1"/>
            </a:solidFill>
          </a:ln>
        </p:spPr>
        <p:txBody>
          <a:bodyPr vert="horz" wrap="square" lIns="45720" tIns="45720" rIns="45720" bIns="46800" rtlCol="0" anchor="ctr">
            <a:noAutofit/>
          </a:bodyPr>
          <a:lstStyle>
            <a:defPPr>
              <a:defRPr lang="en-US"/>
            </a:defPPr>
            <a:lvl1pPr algn="ctr">
              <a:spcBef>
                <a:spcPct val="0"/>
              </a:spcBef>
              <a:defRPr sz="1000">
                <a:solidFill>
                  <a:srgbClr val="68D1F3"/>
                </a:solidFill>
                <a:latin typeface="Ubuntu"/>
              </a:defRPr>
            </a:lvl1pPr>
          </a:lstStyle>
          <a:p>
            <a:pPr>
              <a:defRPr/>
            </a:pPr>
            <a:r>
              <a:rPr lang="en-US" sz="600">
                <a:solidFill>
                  <a:srgbClr val="FFFFFF"/>
                </a:solidFill>
              </a:rPr>
              <a:t> SOP Compliance </a:t>
            </a:r>
            <a:endParaRPr lang="en-US" sz="600" b="0" i="0" u="none" strike="noStrike" kern="1200" cap="none" spc="0" normalizeH="0" baseline="0" noProof="0">
              <a:ln>
                <a:noFill/>
              </a:ln>
              <a:solidFill>
                <a:srgbClr val="FFFFFF"/>
              </a:solidFill>
              <a:effectLst/>
              <a:uLnTx/>
              <a:uFillTx/>
              <a:latin typeface="Ubuntu"/>
            </a:endParaRPr>
          </a:p>
        </p:txBody>
      </p:sp>
      <p:sp>
        <p:nvSpPr>
          <p:cNvPr id="32" name="TextBox 31">
            <a:extLst>
              <a:ext uri="{FF2B5EF4-FFF2-40B4-BE49-F238E27FC236}">
                <a16:creationId xmlns:a16="http://schemas.microsoft.com/office/drawing/2014/main" id="{E2BBC882-B2ED-DDEC-78DA-434FEDBD2216}"/>
              </a:ext>
            </a:extLst>
          </p:cNvPr>
          <p:cNvSpPr txBox="1"/>
          <p:nvPr/>
        </p:nvSpPr>
        <p:spPr>
          <a:xfrm>
            <a:off x="11179963" y="2205586"/>
            <a:ext cx="670349" cy="438519"/>
          </a:xfrm>
          <a:prstGeom prst="roundRect">
            <a:avLst/>
          </a:prstGeom>
          <a:solidFill>
            <a:schemeClr val="tx1"/>
          </a:solidFill>
          <a:ln>
            <a:solidFill>
              <a:schemeClr val="bg1"/>
            </a:solidFill>
          </a:ln>
        </p:spPr>
        <p:txBody>
          <a:bodyPr vert="horz" wrap="square" lIns="45720" tIns="45720" rIns="45720" bIns="46800" rtlCol="0" anchor="ctr">
            <a:noAutofit/>
          </a:bodyPr>
          <a:lstStyle>
            <a:defPPr>
              <a:defRPr lang="en-US"/>
            </a:defPPr>
            <a:lvl1pPr algn="ctr">
              <a:spcBef>
                <a:spcPct val="0"/>
              </a:spcBef>
              <a:defRPr sz="1000">
                <a:solidFill>
                  <a:srgbClr val="68D1F3"/>
                </a:solidFill>
                <a:latin typeface="Ubuntu"/>
              </a:defRPr>
            </a:lvl1pPr>
          </a:lstStyle>
          <a:p>
            <a:pPr>
              <a:defRPr/>
            </a:pPr>
            <a:r>
              <a:rPr lang="en-US" sz="600">
                <a:solidFill>
                  <a:srgbClr val="FFFFFF"/>
                </a:solidFill>
              </a:rPr>
              <a:t>Review Maintenance Records &amp; logs </a:t>
            </a:r>
            <a:endParaRPr lang="en-US" sz="600" b="0" i="0" u="none" strike="noStrike" kern="1200" cap="none" spc="0" normalizeH="0" baseline="0" noProof="0">
              <a:ln>
                <a:noFill/>
              </a:ln>
              <a:solidFill>
                <a:srgbClr val="FFFFFF"/>
              </a:solidFill>
              <a:effectLst/>
              <a:uLnTx/>
              <a:uFillTx/>
              <a:latin typeface="Ubuntu"/>
            </a:endParaRPr>
          </a:p>
        </p:txBody>
      </p:sp>
      <p:sp>
        <p:nvSpPr>
          <p:cNvPr id="36" name="TextBox 35">
            <a:extLst>
              <a:ext uri="{FF2B5EF4-FFF2-40B4-BE49-F238E27FC236}">
                <a16:creationId xmlns:a16="http://schemas.microsoft.com/office/drawing/2014/main" id="{1183BF74-A65F-9C7F-A780-2B00768882C0}"/>
              </a:ext>
            </a:extLst>
          </p:cNvPr>
          <p:cNvSpPr txBox="1"/>
          <p:nvPr/>
        </p:nvSpPr>
        <p:spPr>
          <a:xfrm>
            <a:off x="9772651" y="2188569"/>
            <a:ext cx="593168" cy="457810"/>
          </a:xfrm>
          <a:prstGeom prst="roundRect">
            <a:avLst/>
          </a:prstGeom>
          <a:solidFill>
            <a:schemeClr val="tx1"/>
          </a:solidFill>
          <a:ln>
            <a:solidFill>
              <a:schemeClr val="bg1"/>
            </a:solidFill>
          </a:ln>
        </p:spPr>
        <p:txBody>
          <a:bodyPr vert="horz" wrap="square" lIns="45720" tIns="45720" rIns="45720" bIns="46800" rtlCol="0" anchor="ctr">
            <a:noAutofit/>
          </a:bodyPr>
          <a:lstStyle>
            <a:defPPr>
              <a:defRPr lang="en-US"/>
            </a:defPPr>
            <a:lvl1pPr algn="ctr">
              <a:spcBef>
                <a:spcPct val="0"/>
              </a:spcBef>
              <a:defRPr sz="1000">
                <a:solidFill>
                  <a:srgbClr val="68D1F3"/>
                </a:solidFill>
                <a:latin typeface="Ubuntu"/>
              </a:defRPr>
            </a:lvl1pPr>
          </a:lstStyle>
          <a:p>
            <a:pPr>
              <a:defRPr/>
            </a:pPr>
            <a:r>
              <a:rPr lang="en-US" sz="600">
                <a:solidFill>
                  <a:srgbClr val="FFFFFF"/>
                </a:solidFill>
              </a:rPr>
              <a:t>Conduct Maintenance Activities</a:t>
            </a:r>
            <a:endParaRPr lang="en-US"/>
          </a:p>
        </p:txBody>
      </p:sp>
      <p:sp>
        <p:nvSpPr>
          <p:cNvPr id="38" name="TextBox 37">
            <a:extLst>
              <a:ext uri="{FF2B5EF4-FFF2-40B4-BE49-F238E27FC236}">
                <a16:creationId xmlns:a16="http://schemas.microsoft.com/office/drawing/2014/main" id="{63E75AD7-C924-A110-6B1A-C8366E752F51}"/>
              </a:ext>
            </a:extLst>
          </p:cNvPr>
          <p:cNvSpPr txBox="1"/>
          <p:nvPr/>
        </p:nvSpPr>
        <p:spPr>
          <a:xfrm>
            <a:off x="3243445" y="2188569"/>
            <a:ext cx="641411" cy="457810"/>
          </a:xfrm>
          <a:prstGeom prst="roundRect">
            <a:avLst/>
          </a:prstGeom>
          <a:solidFill>
            <a:schemeClr val="tx1"/>
          </a:solidFill>
          <a:ln>
            <a:solidFill>
              <a:schemeClr val="bg1"/>
            </a:solidFill>
          </a:ln>
        </p:spPr>
        <p:txBody>
          <a:bodyPr vert="horz" wrap="square" lIns="45720" tIns="45720" rIns="45720" bIns="46800" rtlCol="0" anchor="ctr">
            <a:noAutofit/>
          </a:bodyPr>
          <a:lstStyle>
            <a:defPPr>
              <a:defRPr lang="en-US"/>
            </a:defPPr>
            <a:lvl1pPr algn="ctr">
              <a:spcBef>
                <a:spcPct val="0"/>
              </a:spcBef>
              <a:defRPr sz="1000">
                <a:solidFill>
                  <a:srgbClr val="68D1F3"/>
                </a:solidFill>
                <a:latin typeface="Ubuntu"/>
              </a:defRPr>
            </a:lvl1pPr>
          </a:lstStyle>
          <a:p>
            <a:pPr>
              <a:defRPr/>
            </a:pPr>
            <a:r>
              <a:rPr lang="en-US" sz="600">
                <a:solidFill>
                  <a:srgbClr val="FFFFFF"/>
                </a:solidFill>
              </a:rPr>
              <a:t>Budgeting </a:t>
            </a:r>
          </a:p>
        </p:txBody>
      </p:sp>
      <p:sp>
        <p:nvSpPr>
          <p:cNvPr id="39" name="Oval 38">
            <a:extLst>
              <a:ext uri="{FF2B5EF4-FFF2-40B4-BE49-F238E27FC236}">
                <a16:creationId xmlns:a16="http://schemas.microsoft.com/office/drawing/2014/main" id="{54EA6A56-C002-8C1B-CE5C-010B2D59B44E}"/>
              </a:ext>
            </a:extLst>
          </p:cNvPr>
          <p:cNvSpPr/>
          <p:nvPr/>
        </p:nvSpPr>
        <p:spPr>
          <a:xfrm>
            <a:off x="1971559" y="2745681"/>
            <a:ext cx="62217" cy="68364"/>
          </a:xfrm>
          <a:prstGeom prst="ellipse">
            <a:avLst/>
          </a:prstGeom>
          <a:solidFill>
            <a:srgbClr val="FFC0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chemeClr val="tx1"/>
              </a:solidFill>
              <a:effectLst/>
              <a:uLnTx/>
              <a:uFillTx/>
              <a:latin typeface="Ubuntu"/>
              <a:ea typeface="+mn-ea"/>
              <a:cs typeface="+mn-cs"/>
            </a:endParaRPr>
          </a:p>
        </p:txBody>
      </p:sp>
      <p:sp>
        <p:nvSpPr>
          <p:cNvPr id="41" name="Oval 40">
            <a:extLst>
              <a:ext uri="{FF2B5EF4-FFF2-40B4-BE49-F238E27FC236}">
                <a16:creationId xmlns:a16="http://schemas.microsoft.com/office/drawing/2014/main" id="{0A0A8765-E124-0EB6-E255-BF239D7DC06C}"/>
              </a:ext>
            </a:extLst>
          </p:cNvPr>
          <p:cNvSpPr/>
          <p:nvPr/>
        </p:nvSpPr>
        <p:spPr>
          <a:xfrm>
            <a:off x="2796017" y="2739435"/>
            <a:ext cx="62217" cy="68364"/>
          </a:xfrm>
          <a:prstGeom prst="ellipse">
            <a:avLst/>
          </a:prstGeom>
          <a:solidFill>
            <a:srgbClr val="FFC0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chemeClr val="tx1"/>
              </a:solidFill>
              <a:effectLst/>
              <a:uLnTx/>
              <a:uFillTx/>
              <a:latin typeface="Ubuntu"/>
              <a:ea typeface="+mn-ea"/>
              <a:cs typeface="+mn-cs"/>
            </a:endParaRPr>
          </a:p>
        </p:txBody>
      </p:sp>
      <p:sp>
        <p:nvSpPr>
          <p:cNvPr id="50" name="Oval 49">
            <a:extLst>
              <a:ext uri="{FF2B5EF4-FFF2-40B4-BE49-F238E27FC236}">
                <a16:creationId xmlns:a16="http://schemas.microsoft.com/office/drawing/2014/main" id="{2548531C-77A7-DBB2-FC92-68506258C971}"/>
              </a:ext>
            </a:extLst>
          </p:cNvPr>
          <p:cNvSpPr/>
          <p:nvPr/>
        </p:nvSpPr>
        <p:spPr>
          <a:xfrm>
            <a:off x="5347374" y="2745049"/>
            <a:ext cx="62217" cy="68364"/>
          </a:xfrm>
          <a:prstGeom prst="ellipse">
            <a:avLst/>
          </a:prstGeom>
          <a:solidFill>
            <a:srgbClr val="00B05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sp>
        <p:nvSpPr>
          <p:cNvPr id="2" name="Rectangle 1">
            <a:extLst>
              <a:ext uri="{FF2B5EF4-FFF2-40B4-BE49-F238E27FC236}">
                <a16:creationId xmlns:a16="http://schemas.microsoft.com/office/drawing/2014/main" id="{0D46695F-F83F-021E-62A1-4AFA4796EE69}"/>
              </a:ext>
            </a:extLst>
          </p:cNvPr>
          <p:cNvSpPr/>
          <p:nvPr/>
        </p:nvSpPr>
        <p:spPr>
          <a:xfrm>
            <a:off x="1120210" y="3426160"/>
            <a:ext cx="824300" cy="369332"/>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t"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chemeClr val="tx1"/>
                </a:solidFill>
                <a:effectLst/>
                <a:uLnTx/>
                <a:uFillTx/>
                <a:latin typeface="Ubuntu"/>
                <a:ea typeface="+mn-ea"/>
                <a:cs typeface="+mn-cs"/>
              </a:rPr>
              <a:t>Inventory Manager</a:t>
            </a:r>
          </a:p>
        </p:txBody>
      </p:sp>
      <p:sp>
        <p:nvSpPr>
          <p:cNvPr id="5" name="Oval 4">
            <a:extLst>
              <a:ext uri="{FF2B5EF4-FFF2-40B4-BE49-F238E27FC236}">
                <a16:creationId xmlns:a16="http://schemas.microsoft.com/office/drawing/2014/main" id="{FF0B0425-E5DA-5C82-D9E0-A628C94F64AC}"/>
              </a:ext>
            </a:extLst>
          </p:cNvPr>
          <p:cNvSpPr/>
          <p:nvPr/>
        </p:nvSpPr>
        <p:spPr>
          <a:xfrm>
            <a:off x="1199071" y="2751927"/>
            <a:ext cx="62217" cy="68364"/>
          </a:xfrm>
          <a:prstGeom prst="ellipse">
            <a:avLst/>
          </a:prstGeom>
          <a:solidFill>
            <a:schemeClr val="accent3">
              <a:lumMod val="50000"/>
              <a:lumOff val="5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sp>
        <p:nvSpPr>
          <p:cNvPr id="20" name="Rectangle 19">
            <a:extLst>
              <a:ext uri="{FF2B5EF4-FFF2-40B4-BE49-F238E27FC236}">
                <a16:creationId xmlns:a16="http://schemas.microsoft.com/office/drawing/2014/main" id="{0A7085BC-FD0D-75D7-19E0-1890A2E50A1E}"/>
              </a:ext>
            </a:extLst>
          </p:cNvPr>
          <p:cNvSpPr/>
          <p:nvPr/>
        </p:nvSpPr>
        <p:spPr>
          <a:xfrm>
            <a:off x="2905612" y="4160465"/>
            <a:ext cx="201143" cy="180000"/>
          </a:xfrm>
          <a:prstGeom prst="rect">
            <a:avLst/>
          </a:prstGeom>
          <a:solidFill>
            <a:srgbClr val="FFC000"/>
          </a:solidFill>
          <a:ln>
            <a:solidFill>
              <a:schemeClr val="tx1"/>
            </a:solidFill>
          </a:ln>
        </p:spPr>
        <p:txBody>
          <a:bodyPr vert="horz" wrap="square" lIns="45720" tIns="45720" rIns="45720" bIns="4680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700" b="1" i="1" u="none" strike="noStrike" kern="1200" cap="none" spc="0" normalizeH="0" baseline="0" noProof="0">
              <a:ln>
                <a:noFill/>
              </a:ln>
              <a:effectLst/>
              <a:uLnTx/>
              <a:uFillTx/>
              <a:latin typeface="Ubuntu"/>
              <a:ea typeface="+mn-ea"/>
              <a:cs typeface="+mn-cs"/>
            </a:endParaRPr>
          </a:p>
        </p:txBody>
      </p:sp>
      <p:sp>
        <p:nvSpPr>
          <p:cNvPr id="22" name="Rectangle 21">
            <a:extLst>
              <a:ext uri="{FF2B5EF4-FFF2-40B4-BE49-F238E27FC236}">
                <a16:creationId xmlns:a16="http://schemas.microsoft.com/office/drawing/2014/main" id="{86DB7A87-F28E-A4C4-D398-167DA45F4C14}"/>
              </a:ext>
            </a:extLst>
          </p:cNvPr>
          <p:cNvSpPr/>
          <p:nvPr/>
        </p:nvSpPr>
        <p:spPr>
          <a:xfrm>
            <a:off x="2871732" y="4122267"/>
            <a:ext cx="784130" cy="25436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cxnSp>
        <p:nvCxnSpPr>
          <p:cNvPr id="28" name="Straight Connector 27">
            <a:extLst>
              <a:ext uri="{FF2B5EF4-FFF2-40B4-BE49-F238E27FC236}">
                <a16:creationId xmlns:a16="http://schemas.microsoft.com/office/drawing/2014/main" id="{C52292C3-4850-467C-33A9-0F8F2A2E7C6A}"/>
              </a:ext>
            </a:extLst>
          </p:cNvPr>
          <p:cNvCxnSpPr>
            <a:cxnSpLocks/>
            <a:endCxn id="49" idx="0"/>
          </p:cNvCxnSpPr>
          <p:nvPr/>
        </p:nvCxnSpPr>
        <p:spPr>
          <a:xfrm>
            <a:off x="3256556" y="3975240"/>
            <a:ext cx="0" cy="18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31" name="Group 30">
            <a:extLst>
              <a:ext uri="{FF2B5EF4-FFF2-40B4-BE49-F238E27FC236}">
                <a16:creationId xmlns:a16="http://schemas.microsoft.com/office/drawing/2014/main" id="{868A8309-D45A-2A5D-443B-94CB22062FB4}"/>
              </a:ext>
            </a:extLst>
          </p:cNvPr>
          <p:cNvGrpSpPr/>
          <p:nvPr/>
        </p:nvGrpSpPr>
        <p:grpSpPr>
          <a:xfrm>
            <a:off x="3416805" y="4160465"/>
            <a:ext cx="201143" cy="188469"/>
            <a:chOff x="1699830" y="3873430"/>
            <a:chExt cx="201143" cy="188469"/>
          </a:xfrm>
        </p:grpSpPr>
        <p:sp>
          <p:nvSpPr>
            <p:cNvPr id="33" name="Rectangle 32">
              <a:extLst>
                <a:ext uri="{FF2B5EF4-FFF2-40B4-BE49-F238E27FC236}">
                  <a16:creationId xmlns:a16="http://schemas.microsoft.com/office/drawing/2014/main" id="{B52B4CA6-286E-678E-9C36-DCD0C0FB86E5}"/>
                </a:ext>
              </a:extLst>
            </p:cNvPr>
            <p:cNvSpPr/>
            <p:nvPr/>
          </p:nvSpPr>
          <p:spPr>
            <a:xfrm>
              <a:off x="1699830" y="3873430"/>
              <a:ext cx="201143" cy="180000"/>
            </a:xfrm>
            <a:prstGeom prst="rect">
              <a:avLst/>
            </a:prstGeom>
            <a:solidFill>
              <a:srgbClr val="00B050"/>
            </a:solidFill>
            <a:ln>
              <a:solidFill>
                <a:schemeClr val="tx1"/>
              </a:solidFill>
            </a:ln>
          </p:spPr>
          <p:txBody>
            <a:bodyPr vert="horz" wrap="square" lIns="45720" tIns="45720" rIns="45720" bIns="4680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700" b="1" i="1" u="none" strike="noStrike" kern="1200" cap="none" spc="0" normalizeH="0" baseline="0" noProof="0">
                <a:ln>
                  <a:noFill/>
                </a:ln>
                <a:effectLst/>
                <a:uLnTx/>
                <a:uFillTx/>
                <a:latin typeface="Ubuntu"/>
                <a:ea typeface="+mn-ea"/>
                <a:cs typeface="+mn-cs"/>
              </a:endParaRPr>
            </a:p>
          </p:txBody>
        </p:sp>
        <p:pic>
          <p:nvPicPr>
            <p:cNvPr id="37" name="Graphic 36" descr="Tools outline">
              <a:extLst>
                <a:ext uri="{FF2B5EF4-FFF2-40B4-BE49-F238E27FC236}">
                  <a16:creationId xmlns:a16="http://schemas.microsoft.com/office/drawing/2014/main" id="{6D9CA6EB-2FD7-DC37-15B0-87A217B33D9C}"/>
                </a:ext>
              </a:extLst>
            </p:cNvPr>
            <p:cNvPicPr>
              <a:picLocks noChangeAspect="1"/>
            </p:cNvPicPr>
            <p:nvPr/>
          </p:nvPicPr>
          <p:blipFill>
            <a:blip>
              <a:extLst>
                <a:ext uri="{96DAC541-7B7A-43D3-8B79-37D633B846F1}">
                  <asvg:svgBlip xmlns:asvg="http://schemas.microsoft.com/office/drawing/2016/SVG/main" r:embed="rId7"/>
                </a:ext>
              </a:extLst>
            </a:blip>
            <a:srcRect/>
            <a:stretch/>
          </p:blipFill>
          <p:spPr>
            <a:xfrm>
              <a:off x="1706327" y="3874261"/>
              <a:ext cx="187638" cy="187638"/>
            </a:xfrm>
            <a:prstGeom prst="rect">
              <a:avLst/>
            </a:prstGeom>
          </p:spPr>
        </p:pic>
      </p:grpSp>
      <p:grpSp>
        <p:nvGrpSpPr>
          <p:cNvPr id="42" name="Group 41">
            <a:extLst>
              <a:ext uri="{FF2B5EF4-FFF2-40B4-BE49-F238E27FC236}">
                <a16:creationId xmlns:a16="http://schemas.microsoft.com/office/drawing/2014/main" id="{1BC90C55-7CCD-EEF7-C8BC-BAD74CFA0680}"/>
              </a:ext>
            </a:extLst>
          </p:cNvPr>
          <p:cNvGrpSpPr/>
          <p:nvPr/>
        </p:nvGrpSpPr>
        <p:grpSpPr>
          <a:xfrm>
            <a:off x="3155984" y="4155240"/>
            <a:ext cx="201143" cy="188059"/>
            <a:chOff x="1439009" y="3914251"/>
            <a:chExt cx="201143" cy="188059"/>
          </a:xfrm>
        </p:grpSpPr>
        <p:sp>
          <p:nvSpPr>
            <p:cNvPr id="49" name="Rectangle 48">
              <a:extLst>
                <a:ext uri="{FF2B5EF4-FFF2-40B4-BE49-F238E27FC236}">
                  <a16:creationId xmlns:a16="http://schemas.microsoft.com/office/drawing/2014/main" id="{25EB86CF-5075-82C9-01D8-6E1F67DF0E0B}"/>
                </a:ext>
              </a:extLst>
            </p:cNvPr>
            <p:cNvSpPr/>
            <p:nvPr/>
          </p:nvSpPr>
          <p:spPr>
            <a:xfrm>
              <a:off x="1439009" y="3914251"/>
              <a:ext cx="201143" cy="180000"/>
            </a:xfrm>
            <a:prstGeom prst="rect">
              <a:avLst/>
            </a:prstGeom>
            <a:solidFill>
              <a:srgbClr val="E556AE"/>
            </a:solidFill>
            <a:ln>
              <a:solidFill>
                <a:schemeClr val="tx1"/>
              </a:solidFill>
            </a:ln>
          </p:spPr>
          <p:txBody>
            <a:bodyPr vert="horz" wrap="square" lIns="45720" tIns="45720" rIns="45720" bIns="4680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700" b="1" i="1" u="none" strike="noStrike" kern="1200" cap="none" spc="0" normalizeH="0" baseline="0" noProof="0">
                <a:ln>
                  <a:noFill/>
                </a:ln>
                <a:effectLst/>
                <a:uLnTx/>
                <a:uFillTx/>
                <a:latin typeface="Ubuntu"/>
                <a:ea typeface="+mn-ea"/>
                <a:cs typeface="+mn-cs"/>
              </a:endParaRPr>
            </a:p>
          </p:txBody>
        </p:sp>
        <p:pic>
          <p:nvPicPr>
            <p:cNvPr id="51" name="Graphic 50" descr="Chat outline">
              <a:extLst>
                <a:ext uri="{FF2B5EF4-FFF2-40B4-BE49-F238E27FC236}">
                  <a16:creationId xmlns:a16="http://schemas.microsoft.com/office/drawing/2014/main" id="{6DA71197-46EB-25E4-3274-178592197ACC}"/>
                </a:ext>
              </a:extLst>
            </p:cNvPr>
            <p:cNvPicPr>
              <a:picLocks noChangeAspect="1"/>
            </p:cNvPicPr>
            <p:nvPr/>
          </p:nvPicPr>
          <p:blipFill>
            <a:blip>
              <a:extLst>
                <a:ext uri="{96DAC541-7B7A-43D3-8B79-37D633B846F1}">
                  <asvg:svgBlip xmlns:asvg="http://schemas.microsoft.com/office/drawing/2016/SVG/main" r:embed="rId8"/>
                </a:ext>
              </a:extLst>
            </a:blip>
            <a:srcRect t="10263" b="1"/>
            <a:stretch/>
          </p:blipFill>
          <p:spPr>
            <a:xfrm>
              <a:off x="1458010" y="3945258"/>
              <a:ext cx="170113" cy="157052"/>
            </a:xfrm>
            <a:prstGeom prst="rect">
              <a:avLst/>
            </a:prstGeom>
          </p:spPr>
        </p:pic>
      </p:grpSp>
      <p:sp>
        <p:nvSpPr>
          <p:cNvPr id="52" name="Rectangle 51">
            <a:extLst>
              <a:ext uri="{FF2B5EF4-FFF2-40B4-BE49-F238E27FC236}">
                <a16:creationId xmlns:a16="http://schemas.microsoft.com/office/drawing/2014/main" id="{415515C7-5925-906E-C5F1-3BCFB7EC6387}"/>
              </a:ext>
            </a:extLst>
          </p:cNvPr>
          <p:cNvSpPr/>
          <p:nvPr/>
        </p:nvSpPr>
        <p:spPr>
          <a:xfrm>
            <a:off x="2045919" y="3426160"/>
            <a:ext cx="809932" cy="369332"/>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t"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chemeClr val="tx1"/>
                </a:solidFill>
                <a:effectLst/>
                <a:uLnTx/>
                <a:uFillTx/>
                <a:latin typeface="Ubuntu"/>
                <a:ea typeface="+mn-ea"/>
                <a:cs typeface="+mn-cs"/>
              </a:rPr>
              <a:t>Critical Assets Manager</a:t>
            </a:r>
          </a:p>
        </p:txBody>
      </p:sp>
      <p:sp>
        <p:nvSpPr>
          <p:cNvPr id="53" name="Rectangle 52">
            <a:extLst>
              <a:ext uri="{FF2B5EF4-FFF2-40B4-BE49-F238E27FC236}">
                <a16:creationId xmlns:a16="http://schemas.microsoft.com/office/drawing/2014/main" id="{B4252301-0769-34BD-5C86-7B5226FB60D5}"/>
              </a:ext>
            </a:extLst>
          </p:cNvPr>
          <p:cNvSpPr/>
          <p:nvPr/>
        </p:nvSpPr>
        <p:spPr>
          <a:xfrm>
            <a:off x="2839524" y="3426160"/>
            <a:ext cx="809932" cy="369332"/>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t"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a:solidFill>
                  <a:schemeClr val="tx1"/>
                </a:solidFill>
                <a:latin typeface="Ubuntu"/>
              </a:rPr>
              <a:t>Scheduling Manager</a:t>
            </a:r>
            <a:endParaRPr kumimoji="0" lang="en-US" sz="900" b="0" i="0" u="none" strike="noStrike" kern="1200" cap="none" spc="0" normalizeH="0" baseline="0" noProof="0">
              <a:ln>
                <a:noFill/>
              </a:ln>
              <a:solidFill>
                <a:schemeClr val="tx1"/>
              </a:solidFill>
              <a:effectLst/>
              <a:uLnTx/>
              <a:uFillTx/>
              <a:latin typeface="Ubuntu"/>
              <a:ea typeface="+mn-ea"/>
              <a:cs typeface="+mn-cs"/>
            </a:endParaRPr>
          </a:p>
        </p:txBody>
      </p:sp>
      <p:sp>
        <p:nvSpPr>
          <p:cNvPr id="54" name="Oval 53">
            <a:extLst>
              <a:ext uri="{FF2B5EF4-FFF2-40B4-BE49-F238E27FC236}">
                <a16:creationId xmlns:a16="http://schemas.microsoft.com/office/drawing/2014/main" id="{BAFCA05E-7585-4B6D-C445-AA116DD3BCB7}"/>
              </a:ext>
            </a:extLst>
          </p:cNvPr>
          <p:cNvSpPr/>
          <p:nvPr/>
        </p:nvSpPr>
        <p:spPr>
          <a:xfrm>
            <a:off x="3416780" y="2742282"/>
            <a:ext cx="62217" cy="68364"/>
          </a:xfrm>
          <a:prstGeom prst="ellipse">
            <a:avLst/>
          </a:prstGeom>
          <a:solidFill>
            <a:srgbClr val="00B05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sp>
        <p:nvSpPr>
          <p:cNvPr id="55" name="Oval 54">
            <a:extLst>
              <a:ext uri="{FF2B5EF4-FFF2-40B4-BE49-F238E27FC236}">
                <a16:creationId xmlns:a16="http://schemas.microsoft.com/office/drawing/2014/main" id="{B93DA09A-70B1-17CD-50E1-4159E88DE382}"/>
              </a:ext>
            </a:extLst>
          </p:cNvPr>
          <p:cNvSpPr/>
          <p:nvPr/>
        </p:nvSpPr>
        <p:spPr>
          <a:xfrm>
            <a:off x="4217998" y="2745578"/>
            <a:ext cx="62217" cy="68364"/>
          </a:xfrm>
          <a:prstGeom prst="ellipse">
            <a:avLst/>
          </a:prstGeom>
          <a:solidFill>
            <a:srgbClr val="FFC0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chemeClr val="tx1"/>
              </a:solidFill>
              <a:effectLst/>
              <a:uLnTx/>
              <a:uFillTx/>
              <a:latin typeface="Ubuntu"/>
              <a:ea typeface="+mn-ea"/>
              <a:cs typeface="+mn-cs"/>
            </a:endParaRPr>
          </a:p>
        </p:txBody>
      </p:sp>
      <p:sp>
        <p:nvSpPr>
          <p:cNvPr id="56" name="Rectangle 55">
            <a:extLst>
              <a:ext uri="{FF2B5EF4-FFF2-40B4-BE49-F238E27FC236}">
                <a16:creationId xmlns:a16="http://schemas.microsoft.com/office/drawing/2014/main" id="{42755D3D-2D3F-579B-0BBA-B836BE5F5D59}"/>
              </a:ext>
            </a:extLst>
          </p:cNvPr>
          <p:cNvSpPr/>
          <p:nvPr/>
        </p:nvSpPr>
        <p:spPr>
          <a:xfrm>
            <a:off x="3960380" y="4160465"/>
            <a:ext cx="201143" cy="180000"/>
          </a:xfrm>
          <a:prstGeom prst="rect">
            <a:avLst/>
          </a:prstGeom>
          <a:solidFill>
            <a:srgbClr val="FFC000"/>
          </a:solidFill>
          <a:ln>
            <a:solidFill>
              <a:schemeClr val="tx1"/>
            </a:solidFill>
          </a:ln>
        </p:spPr>
        <p:txBody>
          <a:bodyPr vert="horz" wrap="square" lIns="45720" tIns="45720" rIns="45720" bIns="4680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700" b="1" i="1" u="none" strike="noStrike" kern="1200" cap="none" spc="0" normalizeH="0" baseline="0" noProof="0">
              <a:ln>
                <a:noFill/>
              </a:ln>
              <a:effectLst/>
              <a:uLnTx/>
              <a:uFillTx/>
              <a:latin typeface="Ubuntu"/>
              <a:ea typeface="+mn-ea"/>
              <a:cs typeface="+mn-cs"/>
            </a:endParaRPr>
          </a:p>
        </p:txBody>
      </p:sp>
      <p:sp>
        <p:nvSpPr>
          <p:cNvPr id="59" name="Rectangle 58">
            <a:extLst>
              <a:ext uri="{FF2B5EF4-FFF2-40B4-BE49-F238E27FC236}">
                <a16:creationId xmlns:a16="http://schemas.microsoft.com/office/drawing/2014/main" id="{3497CA79-FA14-2153-A308-D2A91BB92F85}"/>
              </a:ext>
            </a:extLst>
          </p:cNvPr>
          <p:cNvSpPr/>
          <p:nvPr/>
        </p:nvSpPr>
        <p:spPr>
          <a:xfrm>
            <a:off x="3916203" y="4122267"/>
            <a:ext cx="784130" cy="25436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cxnSp>
        <p:nvCxnSpPr>
          <p:cNvPr id="62" name="Straight Connector 61">
            <a:extLst>
              <a:ext uri="{FF2B5EF4-FFF2-40B4-BE49-F238E27FC236}">
                <a16:creationId xmlns:a16="http://schemas.microsoft.com/office/drawing/2014/main" id="{E120B02C-7531-F016-6239-0B055E2EFEC2}"/>
              </a:ext>
            </a:extLst>
          </p:cNvPr>
          <p:cNvCxnSpPr>
            <a:cxnSpLocks/>
            <a:endCxn id="105" idx="0"/>
          </p:cNvCxnSpPr>
          <p:nvPr/>
        </p:nvCxnSpPr>
        <p:spPr>
          <a:xfrm>
            <a:off x="4301027" y="3800186"/>
            <a:ext cx="10297" cy="35505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69" name="Group 68">
            <a:extLst>
              <a:ext uri="{FF2B5EF4-FFF2-40B4-BE49-F238E27FC236}">
                <a16:creationId xmlns:a16="http://schemas.microsoft.com/office/drawing/2014/main" id="{F9769729-1612-0ED9-904A-17AA78F2BBE8}"/>
              </a:ext>
            </a:extLst>
          </p:cNvPr>
          <p:cNvGrpSpPr/>
          <p:nvPr/>
        </p:nvGrpSpPr>
        <p:grpSpPr>
          <a:xfrm>
            <a:off x="4440681" y="4150168"/>
            <a:ext cx="201143" cy="188469"/>
            <a:chOff x="1699830" y="3873430"/>
            <a:chExt cx="201143" cy="188469"/>
          </a:xfrm>
        </p:grpSpPr>
        <p:sp>
          <p:nvSpPr>
            <p:cNvPr id="99" name="Rectangle 98">
              <a:extLst>
                <a:ext uri="{FF2B5EF4-FFF2-40B4-BE49-F238E27FC236}">
                  <a16:creationId xmlns:a16="http://schemas.microsoft.com/office/drawing/2014/main" id="{35745BFE-FDE2-4540-97EA-5E73BC9EAE22}"/>
                </a:ext>
              </a:extLst>
            </p:cNvPr>
            <p:cNvSpPr/>
            <p:nvPr/>
          </p:nvSpPr>
          <p:spPr>
            <a:xfrm>
              <a:off x="1699830" y="3873430"/>
              <a:ext cx="201143" cy="180000"/>
            </a:xfrm>
            <a:prstGeom prst="rect">
              <a:avLst/>
            </a:prstGeom>
            <a:solidFill>
              <a:srgbClr val="00B050"/>
            </a:solidFill>
            <a:ln>
              <a:solidFill>
                <a:schemeClr val="tx1"/>
              </a:solidFill>
            </a:ln>
          </p:spPr>
          <p:txBody>
            <a:bodyPr vert="horz" wrap="square" lIns="45720" tIns="45720" rIns="45720" bIns="4680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700" b="1" i="1" u="none" strike="noStrike" kern="1200" cap="none" spc="0" normalizeH="0" baseline="0" noProof="0">
                <a:ln>
                  <a:noFill/>
                </a:ln>
                <a:effectLst/>
                <a:uLnTx/>
                <a:uFillTx/>
                <a:latin typeface="Ubuntu"/>
                <a:ea typeface="+mn-ea"/>
                <a:cs typeface="+mn-cs"/>
              </a:endParaRPr>
            </a:p>
          </p:txBody>
        </p:sp>
        <p:pic>
          <p:nvPicPr>
            <p:cNvPr id="100" name="Graphic 99" descr="Tools outline">
              <a:extLst>
                <a:ext uri="{FF2B5EF4-FFF2-40B4-BE49-F238E27FC236}">
                  <a16:creationId xmlns:a16="http://schemas.microsoft.com/office/drawing/2014/main" id="{48913E5D-8F7E-D690-FD40-87926456D101}"/>
                </a:ext>
              </a:extLst>
            </p:cNvPr>
            <p:cNvPicPr>
              <a:picLocks noChangeAspect="1"/>
            </p:cNvPicPr>
            <p:nvPr/>
          </p:nvPicPr>
          <p:blipFill>
            <a:blip>
              <a:extLst>
                <a:ext uri="{96DAC541-7B7A-43D3-8B79-37D633B846F1}">
                  <asvg:svgBlip xmlns:asvg="http://schemas.microsoft.com/office/drawing/2016/SVG/main" r:embed="rId7"/>
                </a:ext>
              </a:extLst>
            </a:blip>
            <a:srcRect/>
            <a:stretch/>
          </p:blipFill>
          <p:spPr>
            <a:xfrm>
              <a:off x="1706327" y="3874261"/>
              <a:ext cx="187638" cy="187638"/>
            </a:xfrm>
            <a:prstGeom prst="rect">
              <a:avLst/>
            </a:prstGeom>
          </p:spPr>
        </p:pic>
      </p:grpSp>
      <p:grpSp>
        <p:nvGrpSpPr>
          <p:cNvPr id="103" name="Group 102">
            <a:extLst>
              <a:ext uri="{FF2B5EF4-FFF2-40B4-BE49-F238E27FC236}">
                <a16:creationId xmlns:a16="http://schemas.microsoft.com/office/drawing/2014/main" id="{F0517225-AF3E-F688-0B26-CC134C13F387}"/>
              </a:ext>
            </a:extLst>
          </p:cNvPr>
          <p:cNvGrpSpPr/>
          <p:nvPr/>
        </p:nvGrpSpPr>
        <p:grpSpPr>
          <a:xfrm>
            <a:off x="4210752" y="4155240"/>
            <a:ext cx="201143" cy="188059"/>
            <a:chOff x="1439009" y="3914251"/>
            <a:chExt cx="201143" cy="188059"/>
          </a:xfrm>
        </p:grpSpPr>
        <p:sp>
          <p:nvSpPr>
            <p:cNvPr id="105" name="Rectangle 104">
              <a:extLst>
                <a:ext uri="{FF2B5EF4-FFF2-40B4-BE49-F238E27FC236}">
                  <a16:creationId xmlns:a16="http://schemas.microsoft.com/office/drawing/2014/main" id="{F0E00A48-7559-1326-F028-C520E40C5A8F}"/>
                </a:ext>
              </a:extLst>
            </p:cNvPr>
            <p:cNvSpPr/>
            <p:nvPr/>
          </p:nvSpPr>
          <p:spPr>
            <a:xfrm>
              <a:off x="1439009" y="3914251"/>
              <a:ext cx="201143" cy="180000"/>
            </a:xfrm>
            <a:prstGeom prst="rect">
              <a:avLst/>
            </a:prstGeom>
            <a:solidFill>
              <a:srgbClr val="E556AE"/>
            </a:solidFill>
            <a:ln>
              <a:solidFill>
                <a:schemeClr val="tx1"/>
              </a:solidFill>
            </a:ln>
          </p:spPr>
          <p:txBody>
            <a:bodyPr vert="horz" wrap="square" lIns="45720" tIns="45720" rIns="45720" bIns="4680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700" b="1" i="1" u="none" strike="noStrike" kern="1200" cap="none" spc="0" normalizeH="0" baseline="0" noProof="0">
                <a:ln>
                  <a:noFill/>
                </a:ln>
                <a:effectLst/>
                <a:uLnTx/>
                <a:uFillTx/>
                <a:latin typeface="Ubuntu"/>
                <a:ea typeface="+mn-ea"/>
                <a:cs typeface="+mn-cs"/>
              </a:endParaRPr>
            </a:p>
          </p:txBody>
        </p:sp>
        <p:pic>
          <p:nvPicPr>
            <p:cNvPr id="115" name="Graphic 114" descr="Chat outline">
              <a:extLst>
                <a:ext uri="{FF2B5EF4-FFF2-40B4-BE49-F238E27FC236}">
                  <a16:creationId xmlns:a16="http://schemas.microsoft.com/office/drawing/2014/main" id="{BF108A37-3113-A8B7-EC2C-6F85E68850A1}"/>
                </a:ext>
              </a:extLst>
            </p:cNvPr>
            <p:cNvPicPr>
              <a:picLocks noChangeAspect="1"/>
            </p:cNvPicPr>
            <p:nvPr/>
          </p:nvPicPr>
          <p:blipFill>
            <a:blip>
              <a:extLst>
                <a:ext uri="{96DAC541-7B7A-43D3-8B79-37D633B846F1}">
                  <asvg:svgBlip xmlns:asvg="http://schemas.microsoft.com/office/drawing/2016/SVG/main" r:embed="rId8"/>
                </a:ext>
              </a:extLst>
            </a:blip>
            <a:srcRect t="10263" b="1"/>
            <a:stretch/>
          </p:blipFill>
          <p:spPr>
            <a:xfrm>
              <a:off x="1458010" y="3945258"/>
              <a:ext cx="170113" cy="157052"/>
            </a:xfrm>
            <a:prstGeom prst="rect">
              <a:avLst/>
            </a:prstGeom>
          </p:spPr>
        </p:pic>
      </p:grpSp>
      <p:sp>
        <p:nvSpPr>
          <p:cNvPr id="127" name="Oval 126">
            <a:extLst>
              <a:ext uri="{FF2B5EF4-FFF2-40B4-BE49-F238E27FC236}">
                <a16:creationId xmlns:a16="http://schemas.microsoft.com/office/drawing/2014/main" id="{B960B945-FF80-375E-DD5C-8F6A82D19B4A}"/>
              </a:ext>
            </a:extLst>
          </p:cNvPr>
          <p:cNvSpPr/>
          <p:nvPr/>
        </p:nvSpPr>
        <p:spPr>
          <a:xfrm>
            <a:off x="6910003" y="2744746"/>
            <a:ext cx="62217" cy="68364"/>
          </a:xfrm>
          <a:prstGeom prst="ellipse">
            <a:avLst/>
          </a:prstGeom>
          <a:solidFill>
            <a:srgbClr val="FFC0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chemeClr val="tx1"/>
              </a:solidFill>
              <a:effectLst/>
              <a:uLnTx/>
              <a:uFillTx/>
              <a:latin typeface="Ubuntu"/>
              <a:ea typeface="+mn-ea"/>
              <a:cs typeface="+mn-cs"/>
            </a:endParaRPr>
          </a:p>
        </p:txBody>
      </p:sp>
      <p:sp>
        <p:nvSpPr>
          <p:cNvPr id="131" name="Rectangle 130">
            <a:extLst>
              <a:ext uri="{FF2B5EF4-FFF2-40B4-BE49-F238E27FC236}">
                <a16:creationId xmlns:a16="http://schemas.microsoft.com/office/drawing/2014/main" id="{69798EF9-7C91-DF1A-1B1A-ABF753942783}"/>
              </a:ext>
            </a:extLst>
          </p:cNvPr>
          <p:cNvSpPr/>
          <p:nvPr/>
        </p:nvSpPr>
        <p:spPr>
          <a:xfrm>
            <a:off x="6461071" y="4136402"/>
            <a:ext cx="201143" cy="180000"/>
          </a:xfrm>
          <a:prstGeom prst="rect">
            <a:avLst/>
          </a:prstGeom>
          <a:solidFill>
            <a:srgbClr val="FFC000"/>
          </a:solidFill>
          <a:ln>
            <a:solidFill>
              <a:schemeClr val="tx1"/>
            </a:solidFill>
          </a:ln>
        </p:spPr>
        <p:txBody>
          <a:bodyPr vert="horz" wrap="square" lIns="45720" tIns="45720" rIns="45720" bIns="4680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700" b="1" i="1" u="none" strike="noStrike" kern="1200" cap="none" spc="0" normalizeH="0" baseline="0" noProof="0">
              <a:ln>
                <a:noFill/>
              </a:ln>
              <a:effectLst/>
              <a:uLnTx/>
              <a:uFillTx/>
              <a:latin typeface="Ubuntu"/>
              <a:ea typeface="+mn-ea"/>
              <a:cs typeface="+mn-cs"/>
            </a:endParaRPr>
          </a:p>
        </p:txBody>
      </p:sp>
      <p:sp>
        <p:nvSpPr>
          <p:cNvPr id="132" name="Rectangle 131">
            <a:extLst>
              <a:ext uri="{FF2B5EF4-FFF2-40B4-BE49-F238E27FC236}">
                <a16:creationId xmlns:a16="http://schemas.microsoft.com/office/drawing/2014/main" id="{271CA466-FED0-2F49-8599-24CFBD3FFD45}"/>
              </a:ext>
            </a:extLst>
          </p:cNvPr>
          <p:cNvSpPr/>
          <p:nvPr/>
        </p:nvSpPr>
        <p:spPr>
          <a:xfrm>
            <a:off x="6396300" y="4108501"/>
            <a:ext cx="1144535" cy="23377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cxnSp>
        <p:nvCxnSpPr>
          <p:cNvPr id="133" name="Elbow Connector 142">
            <a:extLst>
              <a:ext uri="{FF2B5EF4-FFF2-40B4-BE49-F238E27FC236}">
                <a16:creationId xmlns:a16="http://schemas.microsoft.com/office/drawing/2014/main" id="{2D95E677-79E9-D557-8E0D-DFD3890ADDFC}"/>
              </a:ext>
            </a:extLst>
          </p:cNvPr>
          <p:cNvCxnSpPr>
            <a:cxnSpLocks/>
            <a:stCxn id="131" idx="0"/>
          </p:cNvCxnSpPr>
          <p:nvPr/>
        </p:nvCxnSpPr>
        <p:spPr>
          <a:xfrm rot="5400000" flipH="1" flipV="1">
            <a:off x="6543346" y="3870883"/>
            <a:ext cx="283817" cy="247223"/>
          </a:xfrm>
          <a:prstGeom prst="bentConnector3">
            <a:avLst>
              <a:gd name="adj1" fmla="val 66221"/>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5" name="Straight Connector 134">
            <a:extLst>
              <a:ext uri="{FF2B5EF4-FFF2-40B4-BE49-F238E27FC236}">
                <a16:creationId xmlns:a16="http://schemas.microsoft.com/office/drawing/2014/main" id="{35098047-2ECE-E92F-D628-C041C17B0591}"/>
              </a:ext>
            </a:extLst>
          </p:cNvPr>
          <p:cNvCxnSpPr>
            <a:cxnSpLocks/>
            <a:endCxn id="271" idx="0"/>
          </p:cNvCxnSpPr>
          <p:nvPr/>
        </p:nvCxnSpPr>
        <p:spPr>
          <a:xfrm>
            <a:off x="6812015" y="3951177"/>
            <a:ext cx="0" cy="18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36" name="Group 135">
            <a:extLst>
              <a:ext uri="{FF2B5EF4-FFF2-40B4-BE49-F238E27FC236}">
                <a16:creationId xmlns:a16="http://schemas.microsoft.com/office/drawing/2014/main" id="{88F1EA0B-87A1-787E-7440-DD355D7478C7}"/>
              </a:ext>
            </a:extLst>
          </p:cNvPr>
          <p:cNvGrpSpPr/>
          <p:nvPr/>
        </p:nvGrpSpPr>
        <p:grpSpPr>
          <a:xfrm>
            <a:off x="6972264" y="4136402"/>
            <a:ext cx="201143" cy="188469"/>
            <a:chOff x="1699830" y="3873430"/>
            <a:chExt cx="201143" cy="188469"/>
          </a:xfrm>
        </p:grpSpPr>
        <p:sp>
          <p:nvSpPr>
            <p:cNvPr id="139" name="Rectangle 138">
              <a:extLst>
                <a:ext uri="{FF2B5EF4-FFF2-40B4-BE49-F238E27FC236}">
                  <a16:creationId xmlns:a16="http://schemas.microsoft.com/office/drawing/2014/main" id="{E38E79CD-C197-BF5E-7721-4982FFF8987C}"/>
                </a:ext>
              </a:extLst>
            </p:cNvPr>
            <p:cNvSpPr/>
            <p:nvPr/>
          </p:nvSpPr>
          <p:spPr>
            <a:xfrm>
              <a:off x="1699830" y="3873430"/>
              <a:ext cx="201143" cy="180000"/>
            </a:xfrm>
            <a:prstGeom prst="rect">
              <a:avLst/>
            </a:prstGeom>
            <a:solidFill>
              <a:srgbClr val="00B050"/>
            </a:solidFill>
            <a:ln>
              <a:solidFill>
                <a:schemeClr val="tx1"/>
              </a:solidFill>
            </a:ln>
          </p:spPr>
          <p:txBody>
            <a:bodyPr vert="horz" wrap="square" lIns="45720" tIns="45720" rIns="45720" bIns="4680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700" b="1" i="1" u="none" strike="noStrike" kern="1200" cap="none" spc="0" normalizeH="0" baseline="0" noProof="0">
                <a:ln>
                  <a:noFill/>
                </a:ln>
                <a:effectLst/>
                <a:uLnTx/>
                <a:uFillTx/>
                <a:latin typeface="Ubuntu"/>
                <a:ea typeface="+mn-ea"/>
                <a:cs typeface="+mn-cs"/>
              </a:endParaRPr>
            </a:p>
          </p:txBody>
        </p:sp>
        <p:pic>
          <p:nvPicPr>
            <p:cNvPr id="235" name="Graphic 234" descr="Tools outline">
              <a:extLst>
                <a:ext uri="{FF2B5EF4-FFF2-40B4-BE49-F238E27FC236}">
                  <a16:creationId xmlns:a16="http://schemas.microsoft.com/office/drawing/2014/main" id="{D9FA2A24-D388-9289-5404-F61464693021}"/>
                </a:ext>
              </a:extLst>
            </p:cNvPr>
            <p:cNvPicPr>
              <a:picLocks noChangeAspect="1"/>
            </p:cNvPicPr>
            <p:nvPr/>
          </p:nvPicPr>
          <p:blipFill>
            <a:blip>
              <a:extLst>
                <a:ext uri="{96DAC541-7B7A-43D3-8B79-37D633B846F1}">
                  <asvg:svgBlip xmlns:asvg="http://schemas.microsoft.com/office/drawing/2016/SVG/main" r:embed="rId7"/>
                </a:ext>
              </a:extLst>
            </a:blip>
            <a:srcRect/>
            <a:stretch/>
          </p:blipFill>
          <p:spPr>
            <a:xfrm>
              <a:off x="1706327" y="3874261"/>
              <a:ext cx="187638" cy="187638"/>
            </a:xfrm>
            <a:prstGeom prst="rect">
              <a:avLst/>
            </a:prstGeom>
          </p:spPr>
        </p:pic>
      </p:grpSp>
      <p:grpSp>
        <p:nvGrpSpPr>
          <p:cNvPr id="270" name="Group 269">
            <a:extLst>
              <a:ext uri="{FF2B5EF4-FFF2-40B4-BE49-F238E27FC236}">
                <a16:creationId xmlns:a16="http://schemas.microsoft.com/office/drawing/2014/main" id="{05BE1660-17F6-739A-A1E1-87DB5DFFC0D7}"/>
              </a:ext>
            </a:extLst>
          </p:cNvPr>
          <p:cNvGrpSpPr/>
          <p:nvPr/>
        </p:nvGrpSpPr>
        <p:grpSpPr>
          <a:xfrm>
            <a:off x="6711443" y="4131177"/>
            <a:ext cx="201143" cy="188059"/>
            <a:chOff x="1439009" y="3914251"/>
            <a:chExt cx="201143" cy="188059"/>
          </a:xfrm>
        </p:grpSpPr>
        <p:sp>
          <p:nvSpPr>
            <p:cNvPr id="271" name="Rectangle 270">
              <a:extLst>
                <a:ext uri="{FF2B5EF4-FFF2-40B4-BE49-F238E27FC236}">
                  <a16:creationId xmlns:a16="http://schemas.microsoft.com/office/drawing/2014/main" id="{68C1359F-7338-A91E-E618-E5FD8146C9D6}"/>
                </a:ext>
              </a:extLst>
            </p:cNvPr>
            <p:cNvSpPr/>
            <p:nvPr/>
          </p:nvSpPr>
          <p:spPr>
            <a:xfrm>
              <a:off x="1439009" y="3914251"/>
              <a:ext cx="201143" cy="180000"/>
            </a:xfrm>
            <a:prstGeom prst="rect">
              <a:avLst/>
            </a:prstGeom>
            <a:solidFill>
              <a:srgbClr val="E556AE"/>
            </a:solidFill>
            <a:ln>
              <a:solidFill>
                <a:schemeClr val="tx1"/>
              </a:solidFill>
            </a:ln>
          </p:spPr>
          <p:txBody>
            <a:bodyPr vert="horz" wrap="square" lIns="45720" tIns="45720" rIns="45720" bIns="4680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700" b="1" i="1" u="none" strike="noStrike" kern="1200" cap="none" spc="0" normalizeH="0" baseline="0" noProof="0">
                <a:ln>
                  <a:noFill/>
                </a:ln>
                <a:effectLst/>
                <a:uLnTx/>
                <a:uFillTx/>
                <a:latin typeface="Ubuntu"/>
                <a:ea typeface="+mn-ea"/>
                <a:cs typeface="+mn-cs"/>
              </a:endParaRPr>
            </a:p>
          </p:txBody>
        </p:sp>
        <p:pic>
          <p:nvPicPr>
            <p:cNvPr id="303" name="Graphic 302" descr="Chat outline">
              <a:extLst>
                <a:ext uri="{FF2B5EF4-FFF2-40B4-BE49-F238E27FC236}">
                  <a16:creationId xmlns:a16="http://schemas.microsoft.com/office/drawing/2014/main" id="{87F7DC29-3730-1E0B-4A77-32419B9DBB05}"/>
                </a:ext>
              </a:extLst>
            </p:cNvPr>
            <p:cNvPicPr>
              <a:picLocks noChangeAspect="1"/>
            </p:cNvPicPr>
            <p:nvPr/>
          </p:nvPicPr>
          <p:blipFill>
            <a:blip>
              <a:extLst>
                <a:ext uri="{96DAC541-7B7A-43D3-8B79-37D633B846F1}">
                  <asvg:svgBlip xmlns:asvg="http://schemas.microsoft.com/office/drawing/2016/SVG/main" r:embed="rId8"/>
                </a:ext>
              </a:extLst>
            </a:blip>
            <a:srcRect t="10263" b="1"/>
            <a:stretch/>
          </p:blipFill>
          <p:spPr>
            <a:xfrm>
              <a:off x="1458010" y="3945258"/>
              <a:ext cx="170113" cy="157052"/>
            </a:xfrm>
            <a:prstGeom prst="rect">
              <a:avLst/>
            </a:prstGeom>
          </p:spPr>
        </p:pic>
      </p:grpSp>
      <p:sp>
        <p:nvSpPr>
          <p:cNvPr id="316" name="Rectangle 315">
            <a:extLst>
              <a:ext uri="{FF2B5EF4-FFF2-40B4-BE49-F238E27FC236}">
                <a16:creationId xmlns:a16="http://schemas.microsoft.com/office/drawing/2014/main" id="{9EEB0429-574C-91CD-7127-BD37A9276B67}"/>
              </a:ext>
            </a:extLst>
          </p:cNvPr>
          <p:cNvSpPr/>
          <p:nvPr/>
        </p:nvSpPr>
        <p:spPr>
          <a:xfrm>
            <a:off x="2132500" y="4163692"/>
            <a:ext cx="201143" cy="180000"/>
          </a:xfrm>
          <a:prstGeom prst="rect">
            <a:avLst/>
          </a:prstGeom>
          <a:solidFill>
            <a:srgbClr val="FFC000"/>
          </a:solidFill>
          <a:ln>
            <a:solidFill>
              <a:schemeClr val="tx1"/>
            </a:solidFill>
          </a:ln>
        </p:spPr>
        <p:txBody>
          <a:bodyPr vert="horz" wrap="square" lIns="45720" tIns="45720" rIns="45720" bIns="4680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700" b="1" i="1" u="none" strike="noStrike" kern="1200" cap="none" spc="0" normalizeH="0" baseline="0" noProof="0">
              <a:ln>
                <a:noFill/>
              </a:ln>
              <a:effectLst/>
              <a:uLnTx/>
              <a:uFillTx/>
              <a:latin typeface="Ubuntu"/>
              <a:ea typeface="+mn-ea"/>
              <a:cs typeface="+mn-cs"/>
            </a:endParaRPr>
          </a:p>
        </p:txBody>
      </p:sp>
      <p:sp>
        <p:nvSpPr>
          <p:cNvPr id="317" name="Rectangle 316">
            <a:extLst>
              <a:ext uri="{FF2B5EF4-FFF2-40B4-BE49-F238E27FC236}">
                <a16:creationId xmlns:a16="http://schemas.microsoft.com/office/drawing/2014/main" id="{23EC67FA-BAE1-7ED6-5E8C-4908E22E3C49}"/>
              </a:ext>
            </a:extLst>
          </p:cNvPr>
          <p:cNvSpPr/>
          <p:nvPr/>
        </p:nvSpPr>
        <p:spPr>
          <a:xfrm>
            <a:off x="2098621" y="4118917"/>
            <a:ext cx="537554" cy="25436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cxnSp>
        <p:nvCxnSpPr>
          <p:cNvPr id="321" name="Elbow Connector 199">
            <a:extLst>
              <a:ext uri="{FF2B5EF4-FFF2-40B4-BE49-F238E27FC236}">
                <a16:creationId xmlns:a16="http://schemas.microsoft.com/office/drawing/2014/main" id="{B680E0A7-83AD-D263-4694-EE2F3AC308FA}"/>
              </a:ext>
            </a:extLst>
          </p:cNvPr>
          <p:cNvCxnSpPr>
            <a:cxnSpLocks/>
            <a:stCxn id="316" idx="0"/>
          </p:cNvCxnSpPr>
          <p:nvPr/>
        </p:nvCxnSpPr>
        <p:spPr>
          <a:xfrm rot="5400000" flipH="1" flipV="1">
            <a:off x="2118613" y="3909267"/>
            <a:ext cx="368884" cy="139967"/>
          </a:xfrm>
          <a:prstGeom prst="bentConnector3">
            <a:avLst>
              <a:gd name="adj1"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2" name="Elbow Connector 200">
            <a:extLst>
              <a:ext uri="{FF2B5EF4-FFF2-40B4-BE49-F238E27FC236}">
                <a16:creationId xmlns:a16="http://schemas.microsoft.com/office/drawing/2014/main" id="{7C47138F-0962-AAEC-240B-2881A1C5C3C0}"/>
              </a:ext>
            </a:extLst>
          </p:cNvPr>
          <p:cNvCxnSpPr>
            <a:cxnSpLocks/>
            <a:stCxn id="324" idx="0"/>
          </p:cNvCxnSpPr>
          <p:nvPr/>
        </p:nvCxnSpPr>
        <p:spPr>
          <a:xfrm rot="16200000" flipV="1">
            <a:off x="2255803" y="3918627"/>
            <a:ext cx="355727" cy="121247"/>
          </a:xfrm>
          <a:prstGeom prst="bentConnector3">
            <a:avLst>
              <a:gd name="adj1"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323" name="Group 322">
            <a:extLst>
              <a:ext uri="{FF2B5EF4-FFF2-40B4-BE49-F238E27FC236}">
                <a16:creationId xmlns:a16="http://schemas.microsoft.com/office/drawing/2014/main" id="{25ABA951-933C-055C-C60C-05F3AFBE454B}"/>
              </a:ext>
            </a:extLst>
          </p:cNvPr>
          <p:cNvGrpSpPr>
            <a:grpSpLocks noChangeAspect="1"/>
          </p:cNvGrpSpPr>
          <p:nvPr/>
        </p:nvGrpSpPr>
        <p:grpSpPr>
          <a:xfrm>
            <a:off x="2393717" y="4157114"/>
            <a:ext cx="201143" cy="201168"/>
            <a:chOff x="2724405" y="3881760"/>
            <a:chExt cx="201143" cy="187817"/>
          </a:xfrm>
        </p:grpSpPr>
        <p:sp>
          <p:nvSpPr>
            <p:cNvPr id="324" name="Rectangle 323">
              <a:extLst>
                <a:ext uri="{FF2B5EF4-FFF2-40B4-BE49-F238E27FC236}">
                  <a16:creationId xmlns:a16="http://schemas.microsoft.com/office/drawing/2014/main" id="{E83384D2-455E-5074-38B0-C7D85B0BEC24}"/>
                </a:ext>
              </a:extLst>
            </p:cNvPr>
            <p:cNvSpPr/>
            <p:nvPr/>
          </p:nvSpPr>
          <p:spPr>
            <a:xfrm>
              <a:off x="2724405" y="3881760"/>
              <a:ext cx="201143" cy="180000"/>
            </a:xfrm>
            <a:prstGeom prst="rect">
              <a:avLst/>
            </a:prstGeom>
            <a:solidFill>
              <a:srgbClr val="00B050"/>
            </a:solidFill>
            <a:ln>
              <a:solidFill>
                <a:schemeClr val="tx1"/>
              </a:solidFill>
            </a:ln>
          </p:spPr>
          <p:txBody>
            <a:bodyPr vert="horz" wrap="square" lIns="45720" tIns="45720" rIns="45720" bIns="4680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700" b="1" i="1" u="none" strike="noStrike" kern="1200" cap="none" spc="0" normalizeH="0" baseline="0" noProof="0">
                <a:ln>
                  <a:noFill/>
                </a:ln>
                <a:effectLst/>
                <a:uLnTx/>
                <a:uFillTx/>
                <a:latin typeface="Ubuntu"/>
                <a:ea typeface="+mn-ea"/>
                <a:cs typeface="+mn-cs"/>
              </a:endParaRPr>
            </a:p>
          </p:txBody>
        </p:sp>
        <p:pic>
          <p:nvPicPr>
            <p:cNvPr id="325" name="Graphic 324" descr="Tools outline">
              <a:extLst>
                <a:ext uri="{FF2B5EF4-FFF2-40B4-BE49-F238E27FC236}">
                  <a16:creationId xmlns:a16="http://schemas.microsoft.com/office/drawing/2014/main" id="{F0327B6B-7305-3D7E-6560-FDD3D99F10CA}"/>
                </a:ext>
              </a:extLst>
            </p:cNvPr>
            <p:cNvPicPr>
              <a:picLocks noChangeAspect="1"/>
            </p:cNvPicPr>
            <p:nvPr/>
          </p:nvPicPr>
          <p:blipFill>
            <a:blip>
              <a:extLst>
                <a:ext uri="{96DAC541-7B7A-43D3-8B79-37D633B846F1}">
                  <asvg:svgBlip xmlns:asvg="http://schemas.microsoft.com/office/drawing/2016/SVG/main" r:embed="rId7"/>
                </a:ext>
              </a:extLst>
            </a:blip>
            <a:srcRect/>
            <a:stretch/>
          </p:blipFill>
          <p:spPr>
            <a:xfrm>
              <a:off x="2733654" y="3881939"/>
              <a:ext cx="187638" cy="187638"/>
            </a:xfrm>
            <a:prstGeom prst="rect">
              <a:avLst/>
            </a:prstGeom>
          </p:spPr>
        </p:pic>
      </p:grpSp>
      <p:sp>
        <p:nvSpPr>
          <p:cNvPr id="326" name="TextBox 325">
            <a:extLst>
              <a:ext uri="{FF2B5EF4-FFF2-40B4-BE49-F238E27FC236}">
                <a16:creationId xmlns:a16="http://schemas.microsoft.com/office/drawing/2014/main" id="{F5EDE433-1AB5-2AEB-999E-DF0092519C65}"/>
              </a:ext>
            </a:extLst>
          </p:cNvPr>
          <p:cNvSpPr txBox="1"/>
          <p:nvPr/>
        </p:nvSpPr>
        <p:spPr>
          <a:xfrm>
            <a:off x="6494129" y="3281960"/>
            <a:ext cx="865571" cy="184666"/>
          </a:xfrm>
          <a:prstGeom prst="rect">
            <a:avLst/>
          </a:prstGeom>
          <a:noFill/>
          <a:ln>
            <a:no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600" b="0" i="0" u="none" strike="noStrike" kern="1200" cap="none" spc="0" normalizeH="0" baseline="0" noProof="0">
                <a:ln>
                  <a:noFill/>
                </a:ln>
                <a:effectLst/>
                <a:uLnTx/>
                <a:uFillTx/>
                <a:latin typeface="Ubuntu"/>
                <a:ea typeface="+mn-ea"/>
                <a:cs typeface="+mn-cs"/>
              </a:rPr>
              <a:t>AGENT</a:t>
            </a:r>
          </a:p>
        </p:txBody>
      </p:sp>
      <p:cxnSp>
        <p:nvCxnSpPr>
          <p:cNvPr id="327" name="Elbow Connector 78">
            <a:extLst>
              <a:ext uri="{FF2B5EF4-FFF2-40B4-BE49-F238E27FC236}">
                <a16:creationId xmlns:a16="http://schemas.microsoft.com/office/drawing/2014/main" id="{C035C163-AC33-C7B6-CC22-77DF8D4130AF}"/>
              </a:ext>
            </a:extLst>
          </p:cNvPr>
          <p:cNvCxnSpPr>
            <a:cxnSpLocks/>
            <a:stCxn id="328" idx="4"/>
            <a:endCxn id="330" idx="0"/>
          </p:cNvCxnSpPr>
          <p:nvPr/>
        </p:nvCxnSpPr>
        <p:spPr>
          <a:xfrm rot="5400000">
            <a:off x="7064571" y="2638197"/>
            <a:ext cx="293930" cy="569244"/>
          </a:xfrm>
          <a:prstGeom prst="bentConnector3">
            <a:avLst>
              <a:gd name="adj1" fmla="val 50000"/>
            </a:avLst>
          </a:prstGeom>
          <a:ln w="635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28" name="Oval 327">
            <a:extLst>
              <a:ext uri="{FF2B5EF4-FFF2-40B4-BE49-F238E27FC236}">
                <a16:creationId xmlns:a16="http://schemas.microsoft.com/office/drawing/2014/main" id="{9CD0D830-287B-44BF-4BAA-D433295E0C4D}"/>
              </a:ext>
            </a:extLst>
          </p:cNvPr>
          <p:cNvSpPr/>
          <p:nvPr/>
        </p:nvSpPr>
        <p:spPr>
          <a:xfrm>
            <a:off x="7465049" y="2707490"/>
            <a:ext cx="62217" cy="68364"/>
          </a:xfrm>
          <a:prstGeom prst="ellipse">
            <a:avLst/>
          </a:prstGeom>
          <a:solidFill>
            <a:srgbClr val="C000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grpSp>
        <p:nvGrpSpPr>
          <p:cNvPr id="329" name="Group 328">
            <a:extLst>
              <a:ext uri="{FF2B5EF4-FFF2-40B4-BE49-F238E27FC236}">
                <a16:creationId xmlns:a16="http://schemas.microsoft.com/office/drawing/2014/main" id="{9FA7769B-C210-A79C-5414-7B93CBD8EF6E}"/>
              </a:ext>
            </a:extLst>
          </p:cNvPr>
          <p:cNvGrpSpPr/>
          <p:nvPr/>
        </p:nvGrpSpPr>
        <p:grpSpPr>
          <a:xfrm>
            <a:off x="6811869" y="3064566"/>
            <a:ext cx="230087" cy="230087"/>
            <a:chOff x="2000422" y="2990995"/>
            <a:chExt cx="253345" cy="253345"/>
          </a:xfrm>
        </p:grpSpPr>
        <p:sp>
          <p:nvSpPr>
            <p:cNvPr id="330" name="Rectangle 329">
              <a:extLst>
                <a:ext uri="{FF2B5EF4-FFF2-40B4-BE49-F238E27FC236}">
                  <a16:creationId xmlns:a16="http://schemas.microsoft.com/office/drawing/2014/main" id="{241673B4-3F1E-2A3E-CA9D-7EA9E655746C}"/>
                </a:ext>
              </a:extLst>
            </p:cNvPr>
            <p:cNvSpPr/>
            <p:nvPr/>
          </p:nvSpPr>
          <p:spPr>
            <a:xfrm>
              <a:off x="2006167" y="2996740"/>
              <a:ext cx="241856" cy="241856"/>
            </a:xfrm>
            <a:prstGeom prst="rect">
              <a:avLst/>
            </a:prstGeom>
            <a:solidFill>
              <a:srgbClr val="F3455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FR" sz="1400" b="0" i="0" u="none" strike="noStrike" kern="1200" cap="none" spc="0" normalizeH="0" baseline="0" noProof="0" err="1">
                <a:ln>
                  <a:noFill/>
                </a:ln>
                <a:solidFill>
                  <a:schemeClr val="tx1"/>
                </a:solidFill>
                <a:effectLst/>
                <a:uLnTx/>
                <a:uFillTx/>
                <a:latin typeface="Ubuntu"/>
                <a:ea typeface="+mn-ea"/>
                <a:cs typeface="+mn-cs"/>
              </a:endParaRPr>
            </a:p>
          </p:txBody>
        </p:sp>
        <p:pic>
          <p:nvPicPr>
            <p:cNvPr id="331" name="Graphic 330">
              <a:extLst>
                <a:ext uri="{FF2B5EF4-FFF2-40B4-BE49-F238E27FC236}">
                  <a16:creationId xmlns:a16="http://schemas.microsoft.com/office/drawing/2014/main" id="{C6D39470-4996-4E42-BAC7-9C4637C5DC34}"/>
                </a:ext>
              </a:extLst>
            </p:cNvPr>
            <p:cNvPicPr>
              <a:picLocks noChangeAspect="1"/>
            </p:cNvPicPr>
            <p:nvPr/>
          </p:nvPicPr>
          <p:blipFill>
            <a:blip>
              <a:extLst>
                <a:ext uri="{96DAC541-7B7A-43D3-8B79-37D633B846F1}">
                  <asvg:svgBlip xmlns:asvg="http://schemas.microsoft.com/office/drawing/2016/SVG/main" r:embed="rId9"/>
                </a:ext>
              </a:extLst>
            </a:blip>
            <a:srcRect/>
            <a:stretch/>
          </p:blipFill>
          <p:spPr>
            <a:xfrm>
              <a:off x="2000422" y="2990995"/>
              <a:ext cx="253345" cy="253345"/>
            </a:xfrm>
            <a:prstGeom prst="rect">
              <a:avLst/>
            </a:prstGeom>
          </p:spPr>
        </p:pic>
      </p:grpSp>
      <p:sp>
        <p:nvSpPr>
          <p:cNvPr id="332" name="Oval 331">
            <a:extLst>
              <a:ext uri="{FF2B5EF4-FFF2-40B4-BE49-F238E27FC236}">
                <a16:creationId xmlns:a16="http://schemas.microsoft.com/office/drawing/2014/main" id="{DD2AD3A7-EEA9-5061-77A6-CCB32A8179AB}"/>
              </a:ext>
            </a:extLst>
          </p:cNvPr>
          <p:cNvSpPr/>
          <p:nvPr/>
        </p:nvSpPr>
        <p:spPr>
          <a:xfrm>
            <a:off x="8512853" y="2742274"/>
            <a:ext cx="62217" cy="68364"/>
          </a:xfrm>
          <a:prstGeom prst="ellipse">
            <a:avLst/>
          </a:prstGeom>
          <a:solidFill>
            <a:schemeClr val="accent3">
              <a:lumMod val="50000"/>
              <a:lumOff val="5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cxnSp>
        <p:nvCxnSpPr>
          <p:cNvPr id="342" name="Elbow Connector 277">
            <a:extLst>
              <a:ext uri="{FF2B5EF4-FFF2-40B4-BE49-F238E27FC236}">
                <a16:creationId xmlns:a16="http://schemas.microsoft.com/office/drawing/2014/main" id="{1D2D9E07-E459-A015-9B9F-B4EBD5AB5252}"/>
              </a:ext>
            </a:extLst>
          </p:cNvPr>
          <p:cNvCxnSpPr>
            <a:cxnSpLocks/>
            <a:stCxn id="347" idx="0"/>
          </p:cNvCxnSpPr>
          <p:nvPr/>
        </p:nvCxnSpPr>
        <p:spPr>
          <a:xfrm rot="5400000" flipH="1" flipV="1">
            <a:off x="8977774" y="3765671"/>
            <a:ext cx="445097" cy="335104"/>
          </a:xfrm>
          <a:prstGeom prst="bentConnector3">
            <a:avLst>
              <a:gd name="adj1"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3" name="Elbow Connector 278">
            <a:extLst>
              <a:ext uri="{FF2B5EF4-FFF2-40B4-BE49-F238E27FC236}">
                <a16:creationId xmlns:a16="http://schemas.microsoft.com/office/drawing/2014/main" id="{6A6A01C2-3176-B398-F531-11E96363497A}"/>
              </a:ext>
            </a:extLst>
          </p:cNvPr>
          <p:cNvCxnSpPr>
            <a:cxnSpLocks/>
          </p:cNvCxnSpPr>
          <p:nvPr/>
        </p:nvCxnSpPr>
        <p:spPr>
          <a:xfrm rot="16200000" flipV="1">
            <a:off x="9210498" y="3868051"/>
            <a:ext cx="446873" cy="132120"/>
          </a:xfrm>
          <a:prstGeom prst="bentConnector3">
            <a:avLst>
              <a:gd name="adj1"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44" name="Rectangle 343">
            <a:extLst>
              <a:ext uri="{FF2B5EF4-FFF2-40B4-BE49-F238E27FC236}">
                <a16:creationId xmlns:a16="http://schemas.microsoft.com/office/drawing/2014/main" id="{A7BC6992-8C92-8324-00DE-1171563EF31E}"/>
              </a:ext>
            </a:extLst>
          </p:cNvPr>
          <p:cNvSpPr/>
          <p:nvPr/>
        </p:nvSpPr>
        <p:spPr>
          <a:xfrm>
            <a:off x="9637999" y="4161649"/>
            <a:ext cx="201143" cy="180000"/>
          </a:xfrm>
          <a:prstGeom prst="rect">
            <a:avLst/>
          </a:prstGeom>
          <a:solidFill>
            <a:schemeClr val="accent1">
              <a:lumMod val="75000"/>
            </a:schemeClr>
          </a:solidFill>
          <a:ln>
            <a:solidFill>
              <a:schemeClr val="tx1"/>
            </a:solidFill>
          </a:ln>
        </p:spPr>
        <p:txBody>
          <a:bodyPr vert="horz" wrap="square" lIns="45720" tIns="45720" rIns="45720" bIns="4680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700" b="1" i="1" u="none" strike="noStrike" kern="1200" cap="none" spc="0" normalizeH="0" baseline="0" noProof="0">
              <a:ln>
                <a:noFill/>
              </a:ln>
              <a:effectLst/>
              <a:uLnTx/>
              <a:uFillTx/>
              <a:latin typeface="Ubuntu"/>
              <a:ea typeface="+mn-ea"/>
              <a:cs typeface="+mn-cs"/>
            </a:endParaRPr>
          </a:p>
        </p:txBody>
      </p:sp>
      <p:cxnSp>
        <p:nvCxnSpPr>
          <p:cNvPr id="345" name="Elbow Connector 280">
            <a:extLst>
              <a:ext uri="{FF2B5EF4-FFF2-40B4-BE49-F238E27FC236}">
                <a16:creationId xmlns:a16="http://schemas.microsoft.com/office/drawing/2014/main" id="{195E977F-A59A-40F6-75D6-2BD7EDCDED7A}"/>
              </a:ext>
            </a:extLst>
          </p:cNvPr>
          <p:cNvCxnSpPr>
            <a:cxnSpLocks/>
            <a:stCxn id="344" idx="0"/>
          </p:cNvCxnSpPr>
          <p:nvPr/>
        </p:nvCxnSpPr>
        <p:spPr>
          <a:xfrm rot="16200000" flipV="1">
            <a:off x="9327736" y="3750813"/>
            <a:ext cx="450975" cy="370697"/>
          </a:xfrm>
          <a:prstGeom prst="bentConnector3">
            <a:avLst>
              <a:gd name="adj1"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346" name="Group 345">
            <a:extLst>
              <a:ext uri="{FF2B5EF4-FFF2-40B4-BE49-F238E27FC236}">
                <a16:creationId xmlns:a16="http://schemas.microsoft.com/office/drawing/2014/main" id="{1419F15A-5963-A515-B22B-B2A326863F84}"/>
              </a:ext>
            </a:extLst>
          </p:cNvPr>
          <p:cNvGrpSpPr/>
          <p:nvPr/>
        </p:nvGrpSpPr>
        <p:grpSpPr>
          <a:xfrm>
            <a:off x="8932198" y="4151689"/>
            <a:ext cx="201144" cy="180001"/>
            <a:chOff x="2000422" y="2990995"/>
            <a:chExt cx="253345" cy="253345"/>
          </a:xfrm>
        </p:grpSpPr>
        <p:sp>
          <p:nvSpPr>
            <p:cNvPr id="347" name="Rectangle 346">
              <a:extLst>
                <a:ext uri="{FF2B5EF4-FFF2-40B4-BE49-F238E27FC236}">
                  <a16:creationId xmlns:a16="http://schemas.microsoft.com/office/drawing/2014/main" id="{2D13AF15-E9FF-9C46-12B0-3764089AEAB7}"/>
                </a:ext>
              </a:extLst>
            </p:cNvPr>
            <p:cNvSpPr/>
            <p:nvPr/>
          </p:nvSpPr>
          <p:spPr>
            <a:xfrm>
              <a:off x="2006167" y="2996740"/>
              <a:ext cx="241856" cy="241856"/>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FR" sz="1400" b="0" i="0" u="none" strike="noStrike" kern="1200" cap="none" spc="0" normalizeH="0" baseline="0" noProof="0" err="1">
                <a:ln>
                  <a:noFill/>
                </a:ln>
                <a:solidFill>
                  <a:schemeClr val="tx1"/>
                </a:solidFill>
                <a:effectLst/>
                <a:uLnTx/>
                <a:uFillTx/>
                <a:latin typeface="Ubuntu"/>
                <a:ea typeface="+mn-ea"/>
                <a:cs typeface="+mn-cs"/>
              </a:endParaRPr>
            </a:p>
          </p:txBody>
        </p:sp>
        <p:pic>
          <p:nvPicPr>
            <p:cNvPr id="348" name="Graphic 347">
              <a:extLst>
                <a:ext uri="{FF2B5EF4-FFF2-40B4-BE49-F238E27FC236}">
                  <a16:creationId xmlns:a16="http://schemas.microsoft.com/office/drawing/2014/main" id="{D026AD23-B8EB-FE5E-FEE7-0E1321E0C83F}"/>
                </a:ext>
              </a:extLst>
            </p:cNvPr>
            <p:cNvPicPr>
              <a:picLocks noChangeAspect="1"/>
            </p:cNvPicPr>
            <p:nvPr/>
          </p:nvPicPr>
          <p:blipFill>
            <a:blip>
              <a:extLst>
                <a:ext uri="{96DAC541-7B7A-43D3-8B79-37D633B846F1}">
                  <asvg:svgBlip xmlns:asvg="http://schemas.microsoft.com/office/drawing/2016/SVG/main" r:embed="rId10"/>
                </a:ext>
              </a:extLst>
            </a:blip>
            <a:srcRect/>
            <a:stretch/>
          </p:blipFill>
          <p:spPr>
            <a:xfrm>
              <a:off x="2000422" y="2990995"/>
              <a:ext cx="253345" cy="253345"/>
            </a:xfrm>
            <a:prstGeom prst="rect">
              <a:avLst/>
            </a:prstGeom>
          </p:spPr>
        </p:pic>
      </p:grpSp>
      <p:grpSp>
        <p:nvGrpSpPr>
          <p:cNvPr id="352" name="Group 351">
            <a:extLst>
              <a:ext uri="{FF2B5EF4-FFF2-40B4-BE49-F238E27FC236}">
                <a16:creationId xmlns:a16="http://schemas.microsoft.com/office/drawing/2014/main" id="{4D4A1C46-4671-635E-6F25-55D10279CF9E}"/>
              </a:ext>
            </a:extLst>
          </p:cNvPr>
          <p:cNvGrpSpPr>
            <a:grpSpLocks noChangeAspect="1"/>
          </p:cNvGrpSpPr>
          <p:nvPr/>
        </p:nvGrpSpPr>
        <p:grpSpPr>
          <a:xfrm>
            <a:off x="9408565" y="4157547"/>
            <a:ext cx="182857" cy="182879"/>
            <a:chOff x="2724405" y="3881760"/>
            <a:chExt cx="201143" cy="187817"/>
          </a:xfrm>
        </p:grpSpPr>
        <p:sp>
          <p:nvSpPr>
            <p:cNvPr id="353" name="Rectangle 352">
              <a:extLst>
                <a:ext uri="{FF2B5EF4-FFF2-40B4-BE49-F238E27FC236}">
                  <a16:creationId xmlns:a16="http://schemas.microsoft.com/office/drawing/2014/main" id="{3F34B612-B09B-1D44-033D-1DE8D2FF0755}"/>
                </a:ext>
              </a:extLst>
            </p:cNvPr>
            <p:cNvSpPr/>
            <p:nvPr/>
          </p:nvSpPr>
          <p:spPr>
            <a:xfrm>
              <a:off x="2724405" y="3881760"/>
              <a:ext cx="201143" cy="180000"/>
            </a:xfrm>
            <a:prstGeom prst="rect">
              <a:avLst/>
            </a:prstGeom>
            <a:solidFill>
              <a:srgbClr val="00B050"/>
            </a:solidFill>
            <a:ln>
              <a:solidFill>
                <a:schemeClr val="tx1"/>
              </a:solidFill>
            </a:ln>
          </p:spPr>
          <p:txBody>
            <a:bodyPr vert="horz" wrap="square" lIns="45720" tIns="45720" rIns="45720" bIns="4680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700" b="1" i="1" u="none" strike="noStrike" kern="1200" cap="none" spc="0" normalizeH="0" baseline="0" noProof="0">
                <a:ln>
                  <a:noFill/>
                </a:ln>
                <a:effectLst/>
                <a:uLnTx/>
                <a:uFillTx/>
                <a:latin typeface="Ubuntu"/>
                <a:ea typeface="+mn-ea"/>
                <a:cs typeface="+mn-cs"/>
              </a:endParaRPr>
            </a:p>
          </p:txBody>
        </p:sp>
        <p:pic>
          <p:nvPicPr>
            <p:cNvPr id="354" name="Graphic 353" descr="Tools outline">
              <a:extLst>
                <a:ext uri="{FF2B5EF4-FFF2-40B4-BE49-F238E27FC236}">
                  <a16:creationId xmlns:a16="http://schemas.microsoft.com/office/drawing/2014/main" id="{8700ADDF-D80F-FCE6-B117-32A138682453}"/>
                </a:ext>
              </a:extLst>
            </p:cNvPr>
            <p:cNvPicPr>
              <a:picLocks noChangeAspect="1"/>
            </p:cNvPicPr>
            <p:nvPr/>
          </p:nvPicPr>
          <p:blipFill>
            <a:blip>
              <a:extLst>
                <a:ext uri="{96DAC541-7B7A-43D3-8B79-37D633B846F1}">
                  <asvg:svgBlip xmlns:asvg="http://schemas.microsoft.com/office/drawing/2016/SVG/main" r:embed="rId11"/>
                </a:ext>
              </a:extLst>
            </a:blip>
            <a:srcRect/>
            <a:stretch/>
          </p:blipFill>
          <p:spPr>
            <a:xfrm>
              <a:off x="2733654" y="3881939"/>
              <a:ext cx="187638" cy="187638"/>
            </a:xfrm>
            <a:prstGeom prst="rect">
              <a:avLst/>
            </a:prstGeom>
          </p:spPr>
        </p:pic>
      </p:grpSp>
      <p:cxnSp>
        <p:nvCxnSpPr>
          <p:cNvPr id="355" name="Elbow Connector 303">
            <a:extLst>
              <a:ext uri="{FF2B5EF4-FFF2-40B4-BE49-F238E27FC236}">
                <a16:creationId xmlns:a16="http://schemas.microsoft.com/office/drawing/2014/main" id="{971C126D-BF09-4B91-BA0D-B74196A9EB61}"/>
              </a:ext>
            </a:extLst>
          </p:cNvPr>
          <p:cNvCxnSpPr>
            <a:cxnSpLocks/>
          </p:cNvCxnSpPr>
          <p:nvPr/>
        </p:nvCxnSpPr>
        <p:spPr>
          <a:xfrm rot="5400000" flipH="1" flipV="1">
            <a:off x="9096296" y="3880312"/>
            <a:ext cx="441216" cy="101940"/>
          </a:xfrm>
          <a:prstGeom prst="bentConnector3">
            <a:avLst>
              <a:gd name="adj1"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56" name="Rectangle 355">
            <a:extLst>
              <a:ext uri="{FF2B5EF4-FFF2-40B4-BE49-F238E27FC236}">
                <a16:creationId xmlns:a16="http://schemas.microsoft.com/office/drawing/2014/main" id="{264C01BB-04CD-8128-F6F4-72045DD549CA}"/>
              </a:ext>
            </a:extLst>
          </p:cNvPr>
          <p:cNvSpPr/>
          <p:nvPr/>
        </p:nvSpPr>
        <p:spPr>
          <a:xfrm>
            <a:off x="8883297" y="4130442"/>
            <a:ext cx="993130" cy="2286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sp>
        <p:nvSpPr>
          <p:cNvPr id="357" name="Rectangle 356">
            <a:extLst>
              <a:ext uri="{FF2B5EF4-FFF2-40B4-BE49-F238E27FC236}">
                <a16:creationId xmlns:a16="http://schemas.microsoft.com/office/drawing/2014/main" id="{D5369984-EA92-40E3-C60F-D062A884F7DD}"/>
              </a:ext>
            </a:extLst>
          </p:cNvPr>
          <p:cNvSpPr/>
          <p:nvPr/>
        </p:nvSpPr>
        <p:spPr>
          <a:xfrm>
            <a:off x="9178719" y="4151400"/>
            <a:ext cx="201143" cy="180000"/>
          </a:xfrm>
          <a:prstGeom prst="rect">
            <a:avLst/>
          </a:prstGeom>
          <a:solidFill>
            <a:srgbClr val="FFC000"/>
          </a:solidFill>
          <a:ln>
            <a:solidFill>
              <a:schemeClr val="tx1"/>
            </a:solidFill>
          </a:ln>
        </p:spPr>
        <p:txBody>
          <a:bodyPr vert="horz" wrap="square" lIns="45720" tIns="45720" rIns="45720" bIns="4680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700" b="1" i="1" u="none" strike="noStrike" kern="1200" cap="none" spc="0" normalizeH="0" baseline="0" noProof="0">
              <a:ln>
                <a:noFill/>
              </a:ln>
              <a:effectLst/>
              <a:uLnTx/>
              <a:uFillTx/>
              <a:latin typeface="Ubuntu"/>
              <a:ea typeface="+mn-ea"/>
              <a:cs typeface="+mn-cs"/>
            </a:endParaRPr>
          </a:p>
        </p:txBody>
      </p:sp>
      <p:sp>
        <p:nvSpPr>
          <p:cNvPr id="358" name="Rectangle 357">
            <a:extLst>
              <a:ext uri="{FF2B5EF4-FFF2-40B4-BE49-F238E27FC236}">
                <a16:creationId xmlns:a16="http://schemas.microsoft.com/office/drawing/2014/main" id="{D7CEB8C0-7129-A5F0-0405-8D2FDC58B76F}"/>
              </a:ext>
            </a:extLst>
          </p:cNvPr>
          <p:cNvSpPr/>
          <p:nvPr/>
        </p:nvSpPr>
        <p:spPr>
          <a:xfrm>
            <a:off x="9954403" y="3676554"/>
            <a:ext cx="324195" cy="180000"/>
          </a:xfrm>
          <a:prstGeom prst="rect">
            <a:avLst/>
          </a:prstGeom>
          <a:solidFill>
            <a:srgbClr val="E557AD"/>
          </a:solidFill>
          <a:ln>
            <a:solidFill>
              <a:schemeClr val="tx1"/>
            </a:solidFill>
          </a:ln>
        </p:spPr>
        <p:txBody>
          <a:bodyPr vert="horz" wrap="square" lIns="45720" tIns="45720" rIns="45720" bIns="4680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700" b="1" i="1" u="none" strike="noStrike" kern="1200" cap="none" spc="0" normalizeH="0" baseline="0" noProof="0">
                <a:ln>
                  <a:noFill/>
                </a:ln>
                <a:effectLst/>
                <a:uLnTx/>
                <a:uFillTx/>
                <a:latin typeface="Ubuntu"/>
                <a:ea typeface="+mn-ea"/>
                <a:cs typeface="+mn-cs"/>
              </a:rPr>
              <a:t>RAG</a:t>
            </a:r>
          </a:p>
        </p:txBody>
      </p:sp>
      <p:sp>
        <p:nvSpPr>
          <p:cNvPr id="359" name="Oval 358">
            <a:extLst>
              <a:ext uri="{FF2B5EF4-FFF2-40B4-BE49-F238E27FC236}">
                <a16:creationId xmlns:a16="http://schemas.microsoft.com/office/drawing/2014/main" id="{1ED1306C-19E4-B0A3-EB09-5E71A02A70B1}"/>
              </a:ext>
            </a:extLst>
          </p:cNvPr>
          <p:cNvSpPr/>
          <p:nvPr/>
        </p:nvSpPr>
        <p:spPr>
          <a:xfrm>
            <a:off x="9609383" y="2745577"/>
            <a:ext cx="62217" cy="68364"/>
          </a:xfrm>
          <a:prstGeom prst="ellipse">
            <a:avLst/>
          </a:prstGeom>
          <a:solidFill>
            <a:srgbClr val="E557AD"/>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cxnSp>
        <p:nvCxnSpPr>
          <p:cNvPr id="363" name="Elbow Connector 80">
            <a:extLst>
              <a:ext uri="{FF2B5EF4-FFF2-40B4-BE49-F238E27FC236}">
                <a16:creationId xmlns:a16="http://schemas.microsoft.com/office/drawing/2014/main" id="{D6A3FFCE-72F7-95DE-0544-37C55AEB88BE}"/>
              </a:ext>
            </a:extLst>
          </p:cNvPr>
          <p:cNvCxnSpPr>
            <a:cxnSpLocks/>
          </p:cNvCxnSpPr>
          <p:nvPr/>
        </p:nvCxnSpPr>
        <p:spPr>
          <a:xfrm flipV="1">
            <a:off x="8270711" y="2801285"/>
            <a:ext cx="64356" cy="244461"/>
          </a:xfrm>
          <a:prstGeom prst="bentConnector2">
            <a:avLst/>
          </a:prstGeom>
          <a:ln w="635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73" name="Oval 372">
            <a:extLst>
              <a:ext uri="{FF2B5EF4-FFF2-40B4-BE49-F238E27FC236}">
                <a16:creationId xmlns:a16="http://schemas.microsoft.com/office/drawing/2014/main" id="{30618930-17EB-A0FA-4338-7C341815A7F1}"/>
              </a:ext>
            </a:extLst>
          </p:cNvPr>
          <p:cNvSpPr/>
          <p:nvPr/>
        </p:nvSpPr>
        <p:spPr>
          <a:xfrm>
            <a:off x="10676211" y="2749165"/>
            <a:ext cx="62217" cy="68364"/>
          </a:xfrm>
          <a:prstGeom prst="ellipse">
            <a:avLst/>
          </a:prstGeom>
          <a:solidFill>
            <a:srgbClr val="E557AD"/>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sp>
        <p:nvSpPr>
          <p:cNvPr id="375" name="Oval 374">
            <a:extLst>
              <a:ext uri="{FF2B5EF4-FFF2-40B4-BE49-F238E27FC236}">
                <a16:creationId xmlns:a16="http://schemas.microsoft.com/office/drawing/2014/main" id="{F0376BAC-7DF6-1659-A7D8-4FA6922B144D}"/>
              </a:ext>
            </a:extLst>
          </p:cNvPr>
          <p:cNvSpPr/>
          <p:nvPr/>
        </p:nvSpPr>
        <p:spPr>
          <a:xfrm>
            <a:off x="10810561" y="2745189"/>
            <a:ext cx="62217" cy="68364"/>
          </a:xfrm>
          <a:prstGeom prst="ellipse">
            <a:avLst/>
          </a:prstGeom>
          <a:solidFill>
            <a:srgbClr val="FF304D"/>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grpSp>
        <p:nvGrpSpPr>
          <p:cNvPr id="376" name="Group 375">
            <a:extLst>
              <a:ext uri="{FF2B5EF4-FFF2-40B4-BE49-F238E27FC236}">
                <a16:creationId xmlns:a16="http://schemas.microsoft.com/office/drawing/2014/main" id="{57EF049B-4CF1-45DA-B0F8-1F0F8CD8A9E6}"/>
              </a:ext>
            </a:extLst>
          </p:cNvPr>
          <p:cNvGrpSpPr/>
          <p:nvPr/>
        </p:nvGrpSpPr>
        <p:grpSpPr>
          <a:xfrm>
            <a:off x="10663867" y="3054274"/>
            <a:ext cx="245463" cy="235168"/>
            <a:chOff x="2006167" y="2979657"/>
            <a:chExt cx="270276" cy="258939"/>
          </a:xfrm>
        </p:grpSpPr>
        <p:sp>
          <p:nvSpPr>
            <p:cNvPr id="377" name="Rectangle 376">
              <a:extLst>
                <a:ext uri="{FF2B5EF4-FFF2-40B4-BE49-F238E27FC236}">
                  <a16:creationId xmlns:a16="http://schemas.microsoft.com/office/drawing/2014/main" id="{CBD9164C-3F2E-0BF4-4654-EF498543DE70}"/>
                </a:ext>
              </a:extLst>
            </p:cNvPr>
            <p:cNvSpPr/>
            <p:nvPr/>
          </p:nvSpPr>
          <p:spPr>
            <a:xfrm>
              <a:off x="2006167" y="2996740"/>
              <a:ext cx="241856" cy="241856"/>
            </a:xfrm>
            <a:prstGeom prst="rect">
              <a:avLst/>
            </a:prstGeom>
            <a:solidFill>
              <a:srgbClr val="F3455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FR" sz="1400" b="0" i="0" u="none" strike="noStrike" kern="1200" cap="none" spc="0" normalizeH="0" baseline="0" noProof="0" err="1">
                <a:ln>
                  <a:noFill/>
                </a:ln>
                <a:solidFill>
                  <a:schemeClr val="tx1"/>
                </a:solidFill>
                <a:effectLst/>
                <a:uLnTx/>
                <a:uFillTx/>
                <a:latin typeface="Ubuntu"/>
                <a:ea typeface="+mn-ea"/>
                <a:cs typeface="+mn-cs"/>
              </a:endParaRPr>
            </a:p>
          </p:txBody>
        </p:sp>
        <p:pic>
          <p:nvPicPr>
            <p:cNvPr id="378" name="Graphic 377">
              <a:extLst>
                <a:ext uri="{FF2B5EF4-FFF2-40B4-BE49-F238E27FC236}">
                  <a16:creationId xmlns:a16="http://schemas.microsoft.com/office/drawing/2014/main" id="{AB11A0EC-66B4-AF18-E0E4-4FFD9B6735BA}"/>
                </a:ext>
              </a:extLst>
            </p:cNvPr>
            <p:cNvPicPr>
              <a:picLocks noChangeAspect="1"/>
            </p:cNvPicPr>
            <p:nvPr/>
          </p:nvPicPr>
          <p:blipFill>
            <a:blip>
              <a:extLst>
                <a:ext uri="{96DAC541-7B7A-43D3-8B79-37D633B846F1}">
                  <asvg:svgBlip xmlns:asvg="http://schemas.microsoft.com/office/drawing/2016/SVG/main" r:embed="rId9"/>
                </a:ext>
              </a:extLst>
            </a:blip>
            <a:srcRect/>
            <a:stretch/>
          </p:blipFill>
          <p:spPr>
            <a:xfrm>
              <a:off x="2023099" y="2979657"/>
              <a:ext cx="253344" cy="253345"/>
            </a:xfrm>
            <a:prstGeom prst="rect">
              <a:avLst/>
            </a:prstGeom>
          </p:spPr>
        </p:pic>
      </p:grpSp>
      <p:cxnSp>
        <p:nvCxnSpPr>
          <p:cNvPr id="380" name="Elbow Connector 81">
            <a:extLst>
              <a:ext uri="{FF2B5EF4-FFF2-40B4-BE49-F238E27FC236}">
                <a16:creationId xmlns:a16="http://schemas.microsoft.com/office/drawing/2014/main" id="{74168824-BA84-55D4-253B-79CCC953C9D9}"/>
              </a:ext>
            </a:extLst>
          </p:cNvPr>
          <p:cNvCxnSpPr>
            <a:cxnSpLocks/>
            <a:stCxn id="375" idx="4"/>
            <a:endCxn id="377" idx="0"/>
          </p:cNvCxnSpPr>
          <p:nvPr/>
        </p:nvCxnSpPr>
        <p:spPr>
          <a:xfrm rot="5400000">
            <a:off x="10679564" y="2907683"/>
            <a:ext cx="256236" cy="67977"/>
          </a:xfrm>
          <a:prstGeom prst="bentConnector3">
            <a:avLst>
              <a:gd name="adj1" fmla="val 50000"/>
            </a:avLst>
          </a:prstGeom>
          <a:ln w="635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82" name="Rectangle 381">
            <a:extLst>
              <a:ext uri="{FF2B5EF4-FFF2-40B4-BE49-F238E27FC236}">
                <a16:creationId xmlns:a16="http://schemas.microsoft.com/office/drawing/2014/main" id="{469E76D1-2973-0FBD-8D8E-B6A92E714128}"/>
              </a:ext>
            </a:extLst>
          </p:cNvPr>
          <p:cNvSpPr/>
          <p:nvPr/>
        </p:nvSpPr>
        <p:spPr>
          <a:xfrm>
            <a:off x="10554899" y="4130981"/>
            <a:ext cx="545952" cy="25436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cxnSp>
        <p:nvCxnSpPr>
          <p:cNvPr id="384" name="Elbow Connector 143">
            <a:extLst>
              <a:ext uri="{FF2B5EF4-FFF2-40B4-BE49-F238E27FC236}">
                <a16:creationId xmlns:a16="http://schemas.microsoft.com/office/drawing/2014/main" id="{3B18787D-678A-0E4B-63A7-32434E9F5A55}"/>
              </a:ext>
            </a:extLst>
          </p:cNvPr>
          <p:cNvCxnSpPr>
            <a:cxnSpLocks/>
          </p:cNvCxnSpPr>
          <p:nvPr/>
        </p:nvCxnSpPr>
        <p:spPr>
          <a:xfrm rot="16200000" flipV="1">
            <a:off x="10708924" y="3915738"/>
            <a:ext cx="370496" cy="136386"/>
          </a:xfrm>
          <a:prstGeom prst="bentConnector3">
            <a:avLst>
              <a:gd name="adj1"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386" name="Group 385">
            <a:extLst>
              <a:ext uri="{FF2B5EF4-FFF2-40B4-BE49-F238E27FC236}">
                <a16:creationId xmlns:a16="http://schemas.microsoft.com/office/drawing/2014/main" id="{1C370D37-767C-AB04-E904-E89D2799202D}"/>
              </a:ext>
            </a:extLst>
          </p:cNvPr>
          <p:cNvGrpSpPr/>
          <p:nvPr/>
        </p:nvGrpSpPr>
        <p:grpSpPr>
          <a:xfrm>
            <a:off x="10861793" y="4169179"/>
            <a:ext cx="201143" cy="188469"/>
            <a:chOff x="1699830" y="3873430"/>
            <a:chExt cx="201143" cy="188469"/>
          </a:xfrm>
        </p:grpSpPr>
        <p:sp>
          <p:nvSpPr>
            <p:cNvPr id="387" name="Rectangle 386">
              <a:extLst>
                <a:ext uri="{FF2B5EF4-FFF2-40B4-BE49-F238E27FC236}">
                  <a16:creationId xmlns:a16="http://schemas.microsoft.com/office/drawing/2014/main" id="{41EDD286-F147-D30C-3635-4EF296EE6C45}"/>
                </a:ext>
              </a:extLst>
            </p:cNvPr>
            <p:cNvSpPr/>
            <p:nvPr/>
          </p:nvSpPr>
          <p:spPr>
            <a:xfrm>
              <a:off x="1699830" y="3873430"/>
              <a:ext cx="201143" cy="180000"/>
            </a:xfrm>
            <a:prstGeom prst="rect">
              <a:avLst/>
            </a:prstGeom>
            <a:solidFill>
              <a:srgbClr val="00B050"/>
            </a:solidFill>
            <a:ln>
              <a:solidFill>
                <a:schemeClr val="tx1"/>
              </a:solidFill>
            </a:ln>
          </p:spPr>
          <p:txBody>
            <a:bodyPr vert="horz" wrap="square" lIns="45720" tIns="45720" rIns="45720" bIns="4680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700" b="1" i="1" u="none" strike="noStrike" kern="1200" cap="none" spc="0" normalizeH="0" baseline="0" noProof="0">
                <a:ln>
                  <a:noFill/>
                </a:ln>
                <a:effectLst/>
                <a:uLnTx/>
                <a:uFillTx/>
                <a:latin typeface="Ubuntu"/>
                <a:ea typeface="+mn-ea"/>
                <a:cs typeface="+mn-cs"/>
              </a:endParaRPr>
            </a:p>
          </p:txBody>
        </p:sp>
        <p:pic>
          <p:nvPicPr>
            <p:cNvPr id="388" name="Graphic 387" descr="Tools outline">
              <a:extLst>
                <a:ext uri="{FF2B5EF4-FFF2-40B4-BE49-F238E27FC236}">
                  <a16:creationId xmlns:a16="http://schemas.microsoft.com/office/drawing/2014/main" id="{A500D750-A6B4-5D79-4940-027F2AABD20D}"/>
                </a:ext>
              </a:extLst>
            </p:cNvPr>
            <p:cNvPicPr>
              <a:picLocks noChangeAspect="1"/>
            </p:cNvPicPr>
            <p:nvPr/>
          </p:nvPicPr>
          <p:blipFill>
            <a:blip>
              <a:extLst>
                <a:ext uri="{96DAC541-7B7A-43D3-8B79-37D633B846F1}">
                  <asvg:svgBlip xmlns:asvg="http://schemas.microsoft.com/office/drawing/2016/SVG/main" r:embed="rId7"/>
                </a:ext>
              </a:extLst>
            </a:blip>
            <a:srcRect/>
            <a:stretch/>
          </p:blipFill>
          <p:spPr>
            <a:xfrm>
              <a:off x="1706327" y="3874261"/>
              <a:ext cx="187638" cy="187638"/>
            </a:xfrm>
            <a:prstGeom prst="rect">
              <a:avLst/>
            </a:prstGeom>
          </p:spPr>
        </p:pic>
      </p:grpSp>
      <p:grpSp>
        <p:nvGrpSpPr>
          <p:cNvPr id="389" name="Group 388">
            <a:extLst>
              <a:ext uri="{FF2B5EF4-FFF2-40B4-BE49-F238E27FC236}">
                <a16:creationId xmlns:a16="http://schemas.microsoft.com/office/drawing/2014/main" id="{4BA0659D-D4E4-FD8F-7D56-2D5305F4849A}"/>
              </a:ext>
            </a:extLst>
          </p:cNvPr>
          <p:cNvGrpSpPr/>
          <p:nvPr/>
        </p:nvGrpSpPr>
        <p:grpSpPr>
          <a:xfrm>
            <a:off x="10600972" y="4163954"/>
            <a:ext cx="201143" cy="188059"/>
            <a:chOff x="1439009" y="3914251"/>
            <a:chExt cx="201143" cy="188059"/>
          </a:xfrm>
        </p:grpSpPr>
        <p:sp>
          <p:nvSpPr>
            <p:cNvPr id="390" name="Rectangle 389">
              <a:extLst>
                <a:ext uri="{FF2B5EF4-FFF2-40B4-BE49-F238E27FC236}">
                  <a16:creationId xmlns:a16="http://schemas.microsoft.com/office/drawing/2014/main" id="{0CA1E95A-2E84-EB06-3C6A-24DE464E64F8}"/>
                </a:ext>
              </a:extLst>
            </p:cNvPr>
            <p:cNvSpPr/>
            <p:nvPr/>
          </p:nvSpPr>
          <p:spPr>
            <a:xfrm>
              <a:off x="1439009" y="3914251"/>
              <a:ext cx="201143" cy="180000"/>
            </a:xfrm>
            <a:prstGeom prst="rect">
              <a:avLst/>
            </a:prstGeom>
            <a:solidFill>
              <a:srgbClr val="E556AE"/>
            </a:solidFill>
            <a:ln>
              <a:solidFill>
                <a:schemeClr val="tx1"/>
              </a:solidFill>
            </a:ln>
          </p:spPr>
          <p:txBody>
            <a:bodyPr vert="horz" wrap="square" lIns="45720" tIns="45720" rIns="45720" bIns="4680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700" b="1" i="1" u="none" strike="noStrike" kern="1200" cap="none" spc="0" normalizeH="0" baseline="0" noProof="0">
                <a:ln>
                  <a:noFill/>
                </a:ln>
                <a:effectLst/>
                <a:uLnTx/>
                <a:uFillTx/>
                <a:latin typeface="Ubuntu"/>
                <a:ea typeface="+mn-ea"/>
                <a:cs typeface="+mn-cs"/>
              </a:endParaRPr>
            </a:p>
          </p:txBody>
        </p:sp>
        <p:pic>
          <p:nvPicPr>
            <p:cNvPr id="391" name="Graphic 390" descr="Chat outline">
              <a:extLst>
                <a:ext uri="{FF2B5EF4-FFF2-40B4-BE49-F238E27FC236}">
                  <a16:creationId xmlns:a16="http://schemas.microsoft.com/office/drawing/2014/main" id="{796FF4DA-70F8-75D6-4B11-8581F1317F51}"/>
                </a:ext>
              </a:extLst>
            </p:cNvPr>
            <p:cNvPicPr>
              <a:picLocks noChangeAspect="1"/>
            </p:cNvPicPr>
            <p:nvPr/>
          </p:nvPicPr>
          <p:blipFill>
            <a:blip>
              <a:extLst>
                <a:ext uri="{96DAC541-7B7A-43D3-8B79-37D633B846F1}">
                  <asvg:svgBlip xmlns:asvg="http://schemas.microsoft.com/office/drawing/2016/SVG/main" r:embed="rId8"/>
                </a:ext>
              </a:extLst>
            </a:blip>
            <a:srcRect t="10263" b="1"/>
            <a:stretch/>
          </p:blipFill>
          <p:spPr>
            <a:xfrm>
              <a:off x="1458010" y="3945258"/>
              <a:ext cx="170113" cy="157052"/>
            </a:xfrm>
            <a:prstGeom prst="rect">
              <a:avLst/>
            </a:prstGeom>
          </p:spPr>
        </p:pic>
      </p:grpSp>
      <p:cxnSp>
        <p:nvCxnSpPr>
          <p:cNvPr id="393" name="Elbow Connector 303">
            <a:extLst>
              <a:ext uri="{FF2B5EF4-FFF2-40B4-BE49-F238E27FC236}">
                <a16:creationId xmlns:a16="http://schemas.microsoft.com/office/drawing/2014/main" id="{2567A628-08D1-A873-2234-EA758419EA96}"/>
              </a:ext>
            </a:extLst>
          </p:cNvPr>
          <p:cNvCxnSpPr>
            <a:cxnSpLocks/>
          </p:cNvCxnSpPr>
          <p:nvPr/>
        </p:nvCxnSpPr>
        <p:spPr>
          <a:xfrm rot="5400000" flipH="1" flipV="1">
            <a:off x="10594415" y="3932393"/>
            <a:ext cx="338690" cy="124432"/>
          </a:xfrm>
          <a:prstGeom prst="bentConnector3">
            <a:avLst>
              <a:gd name="adj1" fmla="val 53125"/>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00" name="Oval 399">
            <a:extLst>
              <a:ext uri="{FF2B5EF4-FFF2-40B4-BE49-F238E27FC236}">
                <a16:creationId xmlns:a16="http://schemas.microsoft.com/office/drawing/2014/main" id="{C30F76DB-C63A-C22F-B3F6-D1C18F5C4914}"/>
              </a:ext>
            </a:extLst>
          </p:cNvPr>
          <p:cNvSpPr/>
          <p:nvPr/>
        </p:nvSpPr>
        <p:spPr>
          <a:xfrm>
            <a:off x="11513055" y="2716470"/>
            <a:ext cx="62217" cy="68364"/>
          </a:xfrm>
          <a:prstGeom prst="ellipse">
            <a:avLst/>
          </a:prstGeom>
          <a:solidFill>
            <a:schemeClr val="accent3">
              <a:lumMod val="50000"/>
              <a:lumOff val="5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sp>
        <p:nvSpPr>
          <p:cNvPr id="446" name="Rectangle 445">
            <a:extLst>
              <a:ext uri="{FF2B5EF4-FFF2-40B4-BE49-F238E27FC236}">
                <a16:creationId xmlns:a16="http://schemas.microsoft.com/office/drawing/2014/main" id="{86C8FCD0-D37D-72F3-9427-114BD34DEF8A}"/>
              </a:ext>
            </a:extLst>
          </p:cNvPr>
          <p:cNvSpPr/>
          <p:nvPr/>
        </p:nvSpPr>
        <p:spPr>
          <a:xfrm>
            <a:off x="3945831" y="3426160"/>
            <a:ext cx="809932" cy="369332"/>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t"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a:solidFill>
                  <a:schemeClr val="tx1"/>
                </a:solidFill>
                <a:latin typeface="Ubuntu"/>
              </a:rPr>
              <a:t>Findings Manager</a:t>
            </a:r>
            <a:endParaRPr kumimoji="0" lang="en-US" sz="900" b="0" i="0" u="none" strike="noStrike" kern="1200" cap="none" spc="0" normalizeH="0" baseline="0" noProof="0">
              <a:ln>
                <a:noFill/>
              </a:ln>
              <a:solidFill>
                <a:schemeClr val="tx1"/>
              </a:solidFill>
              <a:effectLst/>
              <a:uLnTx/>
              <a:uFillTx/>
              <a:latin typeface="Ubuntu"/>
              <a:ea typeface="+mn-ea"/>
              <a:cs typeface="+mn-cs"/>
            </a:endParaRPr>
          </a:p>
        </p:txBody>
      </p:sp>
      <p:sp>
        <p:nvSpPr>
          <p:cNvPr id="448" name="Rectangle 447">
            <a:extLst>
              <a:ext uri="{FF2B5EF4-FFF2-40B4-BE49-F238E27FC236}">
                <a16:creationId xmlns:a16="http://schemas.microsoft.com/office/drawing/2014/main" id="{2968E911-E07C-D949-1F2A-D66DD0A3D764}"/>
              </a:ext>
            </a:extLst>
          </p:cNvPr>
          <p:cNvSpPr/>
          <p:nvPr/>
        </p:nvSpPr>
        <p:spPr>
          <a:xfrm>
            <a:off x="6553314" y="3356911"/>
            <a:ext cx="809932" cy="507831"/>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t"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a:solidFill>
                  <a:schemeClr val="tx1"/>
                </a:solidFill>
                <a:latin typeface="Ubuntu"/>
              </a:rPr>
              <a:t>Predictive Maintenance Manager</a:t>
            </a:r>
            <a:endParaRPr kumimoji="0" lang="en-US" sz="900" b="0" i="0" u="none" strike="noStrike" kern="1200" cap="none" spc="0" normalizeH="0" baseline="0" noProof="0">
              <a:ln>
                <a:noFill/>
              </a:ln>
              <a:solidFill>
                <a:schemeClr val="tx1"/>
              </a:solidFill>
              <a:effectLst/>
              <a:uLnTx/>
              <a:uFillTx/>
              <a:latin typeface="Ubuntu"/>
              <a:ea typeface="+mn-ea"/>
              <a:cs typeface="+mn-cs"/>
            </a:endParaRPr>
          </a:p>
        </p:txBody>
      </p:sp>
      <p:sp>
        <p:nvSpPr>
          <p:cNvPr id="462" name="Rectangle 461">
            <a:extLst>
              <a:ext uri="{FF2B5EF4-FFF2-40B4-BE49-F238E27FC236}">
                <a16:creationId xmlns:a16="http://schemas.microsoft.com/office/drawing/2014/main" id="{4458BE2A-8144-9C7F-862F-E1BE56F660D3}"/>
              </a:ext>
            </a:extLst>
          </p:cNvPr>
          <p:cNvSpPr/>
          <p:nvPr/>
        </p:nvSpPr>
        <p:spPr>
          <a:xfrm>
            <a:off x="7834308" y="3436457"/>
            <a:ext cx="655473" cy="415498"/>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t" anchorCtr="0" forceAA="0" compatLnSpc="1">
            <a:prstTxWarp prst="textNoShape">
              <a:avLst/>
            </a:prstTxWarp>
            <a:spAutoFit/>
          </a:bodyPr>
          <a:lstStyle/>
          <a:p>
            <a:pPr algn="ctr">
              <a:defRPr/>
            </a:pPr>
            <a:r>
              <a:rPr lang="en-US" sz="700">
                <a:solidFill>
                  <a:schemeClr val="tx1"/>
                </a:solidFill>
              </a:rPr>
              <a:t>Alert manager and ticket generator</a:t>
            </a:r>
          </a:p>
        </p:txBody>
      </p:sp>
      <p:sp>
        <p:nvSpPr>
          <p:cNvPr id="463" name="Rectangle 462">
            <a:extLst>
              <a:ext uri="{FF2B5EF4-FFF2-40B4-BE49-F238E27FC236}">
                <a16:creationId xmlns:a16="http://schemas.microsoft.com/office/drawing/2014/main" id="{C4500D0A-2BC2-540C-1700-7A823814D839}"/>
              </a:ext>
            </a:extLst>
          </p:cNvPr>
          <p:cNvSpPr/>
          <p:nvPr/>
        </p:nvSpPr>
        <p:spPr>
          <a:xfrm>
            <a:off x="9097859" y="3415862"/>
            <a:ext cx="556435" cy="307777"/>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t" anchorCtr="0" forceAA="0" compatLnSpc="1">
            <a:prstTxWarp prst="textNoShape">
              <a:avLst/>
            </a:prstTxWarp>
            <a:spAutoFit/>
          </a:bodyPr>
          <a:lstStyle/>
          <a:p>
            <a:pPr algn="ctr">
              <a:defRPr/>
            </a:pPr>
            <a:r>
              <a:rPr lang="en-US" sz="700">
                <a:solidFill>
                  <a:schemeClr val="tx1"/>
                </a:solidFill>
                <a:latin typeface="Ubuntu"/>
              </a:rPr>
              <a:t>SOP and chat agent </a:t>
            </a:r>
            <a:endParaRPr lang="en-US" sz="700" b="0" i="0" u="none" strike="noStrike" kern="1200" cap="none" spc="0" normalizeH="0" baseline="0" noProof="0">
              <a:ln>
                <a:noFill/>
              </a:ln>
              <a:solidFill>
                <a:schemeClr val="tx1"/>
              </a:solidFill>
              <a:effectLst/>
              <a:uLnTx/>
              <a:uFillTx/>
              <a:latin typeface="Ubuntu"/>
            </a:endParaRPr>
          </a:p>
        </p:txBody>
      </p:sp>
      <p:sp>
        <p:nvSpPr>
          <p:cNvPr id="465" name="Rectangle 464">
            <a:extLst>
              <a:ext uri="{FF2B5EF4-FFF2-40B4-BE49-F238E27FC236}">
                <a16:creationId xmlns:a16="http://schemas.microsoft.com/office/drawing/2014/main" id="{9BD57C74-EB67-9C24-D2A7-5D116CBC2DA7}"/>
              </a:ext>
            </a:extLst>
          </p:cNvPr>
          <p:cNvSpPr/>
          <p:nvPr/>
        </p:nvSpPr>
        <p:spPr>
          <a:xfrm>
            <a:off x="10420321" y="3436457"/>
            <a:ext cx="722715" cy="230832"/>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t" anchorCtr="0" forceAA="0" compatLnSpc="1">
            <a:prstTxWarp prst="textNoShape">
              <a:avLst/>
            </a:prstTxWarp>
            <a:spAutoFit/>
          </a:bodyPr>
          <a:lstStyle/>
          <a:p>
            <a:pPr algn="ctr">
              <a:defRPr/>
            </a:pPr>
            <a:r>
              <a:rPr lang="en-US" sz="900">
                <a:solidFill>
                  <a:schemeClr val="tx1"/>
                </a:solidFill>
              </a:rPr>
              <a:t>Audit Agent</a:t>
            </a:r>
          </a:p>
        </p:txBody>
      </p:sp>
      <p:sp>
        <p:nvSpPr>
          <p:cNvPr id="3" name="TextBox 2">
            <a:extLst>
              <a:ext uri="{FF2B5EF4-FFF2-40B4-BE49-F238E27FC236}">
                <a16:creationId xmlns:a16="http://schemas.microsoft.com/office/drawing/2014/main" id="{37689755-F195-99C2-88F6-1D058D0087E7}"/>
              </a:ext>
            </a:extLst>
          </p:cNvPr>
          <p:cNvSpPr txBox="1"/>
          <p:nvPr/>
        </p:nvSpPr>
        <p:spPr>
          <a:xfrm>
            <a:off x="385703" y="915024"/>
            <a:ext cx="3485444" cy="494624"/>
          </a:xfrm>
          <a:prstGeom prst="rect">
            <a:avLst/>
          </a:prstGeom>
          <a:noFill/>
        </p:spPr>
        <p:txBody>
          <a:bodyPr rot="0" spcFirstLastPara="0" vertOverflow="overflow" horzOverflow="overflow" vert="horz" wrap="square" lIns="90000" tIns="46800" rIns="90000" bIns="46800" numCol="1" spcCol="0" rtlCol="0" fromWordArt="0" anchor="ctr" anchorCtr="0" forceAA="0" compatLnSpc="1">
            <a:prstTxWarp prst="textNoShape">
              <a:avLst/>
            </a:prstTxWarp>
            <a:spAutoFit/>
          </a:bodyPr>
          <a:lstStyle/>
          <a:p>
            <a:r>
              <a:rPr lang="en-US" sz="1200">
                <a:solidFill>
                  <a:schemeClr val="bg1"/>
                </a:solidFill>
              </a:rPr>
              <a:t>Smart Maintenance Operations Framework </a:t>
            </a:r>
          </a:p>
          <a:p>
            <a:pPr>
              <a:spcBef>
                <a:spcPct val="0"/>
              </a:spcBef>
            </a:pPr>
            <a:endParaRPr lang="en-GB" sz="1400" err="1"/>
          </a:p>
        </p:txBody>
      </p:sp>
      <p:sp>
        <p:nvSpPr>
          <p:cNvPr id="18" name="TextBox 17">
            <a:extLst>
              <a:ext uri="{FF2B5EF4-FFF2-40B4-BE49-F238E27FC236}">
                <a16:creationId xmlns:a16="http://schemas.microsoft.com/office/drawing/2014/main" id="{95987C7D-1FA9-BAF8-A63E-745B4979BC2F}"/>
              </a:ext>
            </a:extLst>
          </p:cNvPr>
          <p:cNvSpPr txBox="1"/>
          <p:nvPr/>
        </p:nvSpPr>
        <p:spPr>
          <a:xfrm>
            <a:off x="2372087" y="523479"/>
            <a:ext cx="1209283" cy="263791"/>
          </a:xfrm>
          <a:prstGeom prst="rect">
            <a:avLst/>
          </a:prstGeom>
          <a:noFill/>
        </p:spPr>
        <p:txBody>
          <a:bodyPr vert="horz" wrap="none" lIns="90000" tIns="46800" rIns="90000" bIns="46800" rtlCol="0" anchor="ctr">
            <a:spAutoFit/>
          </a:bodyPr>
          <a:lstStyle/>
          <a:p>
            <a:pPr>
              <a:spcBef>
                <a:spcPct val="0"/>
              </a:spcBef>
            </a:pPr>
            <a:r>
              <a:rPr lang="en-US" sz="1100">
                <a:solidFill>
                  <a:schemeClr val="bg1"/>
                </a:solidFill>
              </a:rPr>
              <a:t>LS/Supply Chain</a:t>
            </a:r>
          </a:p>
        </p:txBody>
      </p:sp>
      <p:cxnSp>
        <p:nvCxnSpPr>
          <p:cNvPr id="11" name="Elbow Connector 81">
            <a:extLst>
              <a:ext uri="{FF2B5EF4-FFF2-40B4-BE49-F238E27FC236}">
                <a16:creationId xmlns:a16="http://schemas.microsoft.com/office/drawing/2014/main" id="{F00138BA-8F37-EF7D-DBBE-B6D0AFC3B7B1}"/>
              </a:ext>
            </a:extLst>
          </p:cNvPr>
          <p:cNvCxnSpPr>
            <a:cxnSpLocks/>
          </p:cNvCxnSpPr>
          <p:nvPr/>
        </p:nvCxnSpPr>
        <p:spPr>
          <a:xfrm rot="5400000">
            <a:off x="9325469" y="2892237"/>
            <a:ext cx="287128" cy="67977"/>
          </a:xfrm>
          <a:prstGeom prst="bentConnector3">
            <a:avLst>
              <a:gd name="adj1" fmla="val 50000"/>
            </a:avLst>
          </a:prstGeom>
          <a:ln w="6350">
            <a:solidFill>
              <a:schemeClr val="tx1"/>
            </a:solidFill>
            <a:prstDash val="dash"/>
          </a:ln>
        </p:spPr>
        <p:style>
          <a:lnRef idx="1">
            <a:schemeClr val="accent1"/>
          </a:lnRef>
          <a:fillRef idx="0">
            <a:schemeClr val="accent1"/>
          </a:fillRef>
          <a:effectRef idx="0">
            <a:schemeClr val="accent1"/>
          </a:effectRef>
          <a:fontRef idx="minor">
            <a:schemeClr val="tx1"/>
          </a:fontRef>
        </p:style>
      </p:cxnSp>
      <p:grpSp>
        <p:nvGrpSpPr>
          <p:cNvPr id="16" name="Group 15">
            <a:extLst>
              <a:ext uri="{FF2B5EF4-FFF2-40B4-BE49-F238E27FC236}">
                <a16:creationId xmlns:a16="http://schemas.microsoft.com/office/drawing/2014/main" id="{A5FCB836-EF87-3C08-D2CF-DADFD7E4CD76}"/>
              </a:ext>
            </a:extLst>
          </p:cNvPr>
          <p:cNvGrpSpPr/>
          <p:nvPr/>
        </p:nvGrpSpPr>
        <p:grpSpPr>
          <a:xfrm>
            <a:off x="7262733" y="4136718"/>
            <a:ext cx="201144" cy="180001"/>
            <a:chOff x="2000422" y="2990995"/>
            <a:chExt cx="253345" cy="253345"/>
          </a:xfrm>
        </p:grpSpPr>
        <p:sp>
          <p:nvSpPr>
            <p:cNvPr id="45" name="Rectangle 44">
              <a:extLst>
                <a:ext uri="{FF2B5EF4-FFF2-40B4-BE49-F238E27FC236}">
                  <a16:creationId xmlns:a16="http://schemas.microsoft.com/office/drawing/2014/main" id="{67CA1325-80B8-4927-F8D2-27712691ADDC}"/>
                </a:ext>
              </a:extLst>
            </p:cNvPr>
            <p:cNvSpPr/>
            <p:nvPr/>
          </p:nvSpPr>
          <p:spPr>
            <a:xfrm>
              <a:off x="2006167" y="2996740"/>
              <a:ext cx="241856" cy="241856"/>
            </a:xfrm>
            <a:prstGeom prst="rect">
              <a:avLst/>
            </a:prstGeom>
            <a:solidFill>
              <a:srgbClr val="F3455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FR" sz="1400" b="0" i="0" u="none" strike="noStrike" kern="1200" cap="none" spc="0" normalizeH="0" baseline="0" noProof="0" err="1">
                <a:ln>
                  <a:noFill/>
                </a:ln>
                <a:solidFill>
                  <a:schemeClr val="tx1"/>
                </a:solidFill>
                <a:effectLst/>
                <a:uLnTx/>
                <a:uFillTx/>
                <a:latin typeface="Ubuntu"/>
                <a:ea typeface="+mn-ea"/>
                <a:cs typeface="+mn-cs"/>
              </a:endParaRPr>
            </a:p>
          </p:txBody>
        </p:sp>
        <p:pic>
          <p:nvPicPr>
            <p:cNvPr id="46" name="Graphic 45">
              <a:extLst>
                <a:ext uri="{FF2B5EF4-FFF2-40B4-BE49-F238E27FC236}">
                  <a16:creationId xmlns:a16="http://schemas.microsoft.com/office/drawing/2014/main" id="{57F143E1-2FED-D467-2C16-27A835966BCD}"/>
                </a:ext>
              </a:extLst>
            </p:cNvPr>
            <p:cNvPicPr>
              <a:picLocks noChangeAspect="1"/>
            </p:cNvPicPr>
            <p:nvPr/>
          </p:nvPicPr>
          <p:blipFill>
            <a:blip>
              <a:extLst>
                <a:ext uri="{96DAC541-7B7A-43D3-8B79-37D633B846F1}">
                  <asvg:svgBlip xmlns:asvg="http://schemas.microsoft.com/office/drawing/2016/SVG/main" r:embed="rId5"/>
                </a:ext>
              </a:extLst>
            </a:blip>
            <a:srcRect/>
            <a:stretch/>
          </p:blipFill>
          <p:spPr>
            <a:xfrm>
              <a:off x="2000422" y="2990995"/>
              <a:ext cx="253345" cy="253345"/>
            </a:xfrm>
            <a:prstGeom prst="rect">
              <a:avLst/>
            </a:prstGeom>
          </p:spPr>
        </p:pic>
      </p:grpSp>
    </p:spTree>
    <p:extLst>
      <p:ext uri="{BB962C8B-B14F-4D97-AF65-F5344CB8AC3E}">
        <p14:creationId xmlns:p14="http://schemas.microsoft.com/office/powerpoint/2010/main" val="19926265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C633CC-51B5-8ACB-6475-5BF872C155FC}"/>
            </a:ext>
          </a:extLst>
        </p:cNvPr>
        <p:cNvGrpSpPr/>
        <p:nvPr/>
      </p:nvGrpSpPr>
      <p:grpSpPr>
        <a:xfrm>
          <a:off x="0" y="0"/>
          <a:ext cx="0" cy="0"/>
          <a:chOff x="0" y="0"/>
          <a:chExt cx="0" cy="0"/>
        </a:xfrm>
      </p:grpSpPr>
      <p:cxnSp>
        <p:nvCxnSpPr>
          <p:cNvPr id="204" name="Straight Connector 203">
            <a:extLst>
              <a:ext uri="{FF2B5EF4-FFF2-40B4-BE49-F238E27FC236}">
                <a16:creationId xmlns:a16="http://schemas.microsoft.com/office/drawing/2014/main" id="{B29DA200-4D2F-B716-B49F-B86EAE03E341}"/>
              </a:ext>
            </a:extLst>
          </p:cNvPr>
          <p:cNvCxnSpPr>
            <a:cxnSpLocks/>
          </p:cNvCxnSpPr>
          <p:nvPr/>
        </p:nvCxnSpPr>
        <p:spPr>
          <a:xfrm flipH="1">
            <a:off x="4183282" y="5404533"/>
            <a:ext cx="759612" cy="13394"/>
          </a:xfrm>
          <a:prstGeom prst="line">
            <a:avLst/>
          </a:prstGeom>
          <a:ln w="12700">
            <a:solidFill>
              <a:schemeClr val="bg1">
                <a:lumMod val="6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258" name="Straight Connector 257">
            <a:extLst>
              <a:ext uri="{FF2B5EF4-FFF2-40B4-BE49-F238E27FC236}">
                <a16:creationId xmlns:a16="http://schemas.microsoft.com/office/drawing/2014/main" id="{4ADA8E7D-C6E9-396F-7D4F-9E4E264D8ED9}"/>
              </a:ext>
            </a:extLst>
          </p:cNvPr>
          <p:cNvCxnSpPr>
            <a:cxnSpLocks/>
          </p:cNvCxnSpPr>
          <p:nvPr/>
        </p:nvCxnSpPr>
        <p:spPr>
          <a:xfrm>
            <a:off x="5836309" y="3227072"/>
            <a:ext cx="886946" cy="7703"/>
          </a:xfrm>
          <a:prstGeom prst="line">
            <a:avLst/>
          </a:prstGeom>
          <a:ln w="12700">
            <a:solidFill>
              <a:schemeClr val="bg1">
                <a:lumMod val="6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264" name="Straight Connector 263">
            <a:extLst>
              <a:ext uri="{FF2B5EF4-FFF2-40B4-BE49-F238E27FC236}">
                <a16:creationId xmlns:a16="http://schemas.microsoft.com/office/drawing/2014/main" id="{3059A65C-D9C7-5895-4C0F-97662577CE20}"/>
              </a:ext>
            </a:extLst>
          </p:cNvPr>
          <p:cNvCxnSpPr>
            <a:cxnSpLocks/>
          </p:cNvCxnSpPr>
          <p:nvPr/>
        </p:nvCxnSpPr>
        <p:spPr>
          <a:xfrm flipV="1">
            <a:off x="5819980" y="2562920"/>
            <a:ext cx="957471" cy="615165"/>
          </a:xfrm>
          <a:prstGeom prst="line">
            <a:avLst/>
          </a:prstGeom>
          <a:ln w="12700">
            <a:solidFill>
              <a:schemeClr val="bg1">
                <a:lumMod val="6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2" name="Date Placeholder 1">
            <a:extLst>
              <a:ext uri="{FF2B5EF4-FFF2-40B4-BE49-F238E27FC236}">
                <a16:creationId xmlns:a16="http://schemas.microsoft.com/office/drawing/2014/main" id="{430003CA-40B5-7C8C-9267-58FB4BA1435F}"/>
              </a:ext>
            </a:extLst>
          </p:cNvPr>
          <p:cNvSpPr>
            <a:spLocks noGrp="1"/>
          </p:cNvSpPr>
          <p:nvPr>
            <p:ph type="dt" sz="half" idx="10"/>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3657680C-88DB-6E65-3190-C06B1006C11B}"/>
              </a:ext>
            </a:extLst>
          </p:cNvPr>
          <p:cNvSpPr>
            <a:spLocks noGrp="1"/>
          </p:cNvSpPr>
          <p:nvPr>
            <p:ph type="ftr" sz="quarter" idx="11"/>
          </p:nvPr>
        </p:nvSpPr>
        <p:spPr>
          <a:xfrm>
            <a:off x="-521581" y="6650661"/>
            <a:ext cx="4716524" cy="123111"/>
          </a:xfrm>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F03217F1-7591-AD4F-5C4D-351021DBAFA0}"/>
              </a:ext>
            </a:extLst>
          </p:cNvPr>
          <p:cNvSpPr>
            <a:spLocks noGrp="1"/>
          </p:cNvSpPr>
          <p:nvPr>
            <p:ph type="sldNum" sz="quarter" idx="12"/>
          </p:nvPr>
        </p:nvSpPr>
        <p:spPr/>
        <p:txBody>
          <a:bodyPr/>
          <a:lstStyle/>
          <a:p>
            <a:pPr algn="r"/>
            <a:fld id="{5D9A5160-6218-4E5A-B9E6-B93E3DAE377C}" type="slidenum">
              <a:rPr lang="en-US" smtClean="0"/>
              <a:pPr algn="r"/>
              <a:t>3</a:t>
            </a:fld>
            <a:endParaRPr lang="en-US"/>
          </a:p>
        </p:txBody>
      </p:sp>
      <p:sp>
        <p:nvSpPr>
          <p:cNvPr id="5" name="Title 4">
            <a:extLst>
              <a:ext uri="{FF2B5EF4-FFF2-40B4-BE49-F238E27FC236}">
                <a16:creationId xmlns:a16="http://schemas.microsoft.com/office/drawing/2014/main" id="{B08D71A5-594E-A1EC-1132-C81C6D972D46}"/>
              </a:ext>
            </a:extLst>
          </p:cNvPr>
          <p:cNvSpPr>
            <a:spLocks noGrp="1"/>
          </p:cNvSpPr>
          <p:nvPr>
            <p:ph type="title"/>
          </p:nvPr>
        </p:nvSpPr>
        <p:spPr>
          <a:xfrm>
            <a:off x="4089136" y="283913"/>
            <a:ext cx="7410381" cy="546266"/>
          </a:xfrm>
        </p:spPr>
        <p:txBody>
          <a:bodyPr/>
          <a:lstStyle/>
          <a:p>
            <a:r>
              <a:rPr lang="en-US"/>
              <a:t> AI-Human Chemistry</a:t>
            </a:r>
          </a:p>
        </p:txBody>
      </p:sp>
      <p:sp>
        <p:nvSpPr>
          <p:cNvPr id="105" name="Rectangle 104">
            <a:extLst>
              <a:ext uri="{FF2B5EF4-FFF2-40B4-BE49-F238E27FC236}">
                <a16:creationId xmlns:a16="http://schemas.microsoft.com/office/drawing/2014/main" id="{127FD3C3-664E-B022-11CE-A4FF61D28D6B}"/>
              </a:ext>
            </a:extLst>
          </p:cNvPr>
          <p:cNvSpPr/>
          <p:nvPr/>
        </p:nvSpPr>
        <p:spPr>
          <a:xfrm>
            <a:off x="10077023" y="1789140"/>
            <a:ext cx="2182451" cy="399941"/>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GB" sz="1050" noProof="0">
                <a:solidFill>
                  <a:schemeClr val="tx1"/>
                </a:solidFill>
              </a:rPr>
              <a:t>Interaction (customer, third- party or internal teams)</a:t>
            </a:r>
          </a:p>
        </p:txBody>
      </p:sp>
      <p:grpSp>
        <p:nvGrpSpPr>
          <p:cNvPr id="106" name="Group 105">
            <a:extLst>
              <a:ext uri="{FF2B5EF4-FFF2-40B4-BE49-F238E27FC236}">
                <a16:creationId xmlns:a16="http://schemas.microsoft.com/office/drawing/2014/main" id="{7680EBF7-08F8-98D3-63A0-B9946FB56FCE}"/>
              </a:ext>
            </a:extLst>
          </p:cNvPr>
          <p:cNvGrpSpPr/>
          <p:nvPr/>
        </p:nvGrpSpPr>
        <p:grpSpPr>
          <a:xfrm>
            <a:off x="9672078" y="1830729"/>
            <a:ext cx="316762" cy="316762"/>
            <a:chOff x="3904884" y="4179013"/>
            <a:chExt cx="720000" cy="720000"/>
          </a:xfrm>
        </p:grpSpPr>
        <p:sp>
          <p:nvSpPr>
            <p:cNvPr id="107" name="Oval 106">
              <a:extLst>
                <a:ext uri="{FF2B5EF4-FFF2-40B4-BE49-F238E27FC236}">
                  <a16:creationId xmlns:a16="http://schemas.microsoft.com/office/drawing/2014/main" id="{0F127C3B-B26B-3ABF-5B32-7EE9E9A23E41}"/>
                </a:ext>
              </a:extLst>
            </p:cNvPr>
            <p:cNvSpPr/>
            <p:nvPr/>
          </p:nvSpPr>
          <p:spPr>
            <a:xfrm>
              <a:off x="3904884" y="4179013"/>
              <a:ext cx="720000" cy="720000"/>
            </a:xfrm>
            <a:prstGeom prst="ellipse">
              <a:avLst/>
            </a:prstGeom>
            <a:solidFill>
              <a:schemeClr val="bg1">
                <a:lumMod val="95000"/>
              </a:schemeClr>
            </a:solidFill>
            <a:ln w="19050" cap="flat" cmpd="sng" algn="ctr">
              <a:solidFill>
                <a:srgbClr val="FF8E12"/>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defRPr/>
              </a:pPr>
              <a:endParaRPr lang="en-GB" sz="1050" noProof="0">
                <a:solidFill>
                  <a:prstClr val="black"/>
                </a:solidFill>
              </a:endParaRPr>
            </a:p>
          </p:txBody>
        </p:sp>
        <p:pic>
          <p:nvPicPr>
            <p:cNvPr id="108" name="Picture 107">
              <a:extLst>
                <a:ext uri="{FF2B5EF4-FFF2-40B4-BE49-F238E27FC236}">
                  <a16:creationId xmlns:a16="http://schemas.microsoft.com/office/drawing/2014/main" id="{651210DE-34A3-8FB8-68A9-004E9131ECF0}"/>
                </a:ext>
              </a:extLst>
            </p:cNvPr>
            <p:cNvPicPr>
              <a:picLocks noChangeAspect="1"/>
            </p:cNvPicPr>
            <p:nvPr/>
          </p:nvPicPr>
          <p:blipFill>
            <a:blip r:embed="rId2"/>
            <a:stretch>
              <a:fillRect/>
            </a:stretch>
          </p:blipFill>
          <p:spPr>
            <a:xfrm>
              <a:off x="3954068" y="4189228"/>
              <a:ext cx="634621" cy="634621"/>
            </a:xfrm>
            <a:prstGeom prst="rect">
              <a:avLst/>
            </a:prstGeom>
          </p:spPr>
        </p:pic>
      </p:grpSp>
      <p:sp>
        <p:nvSpPr>
          <p:cNvPr id="109" name="Rectangle 108">
            <a:extLst>
              <a:ext uri="{FF2B5EF4-FFF2-40B4-BE49-F238E27FC236}">
                <a16:creationId xmlns:a16="http://schemas.microsoft.com/office/drawing/2014/main" id="{FBB3F70A-9A9B-7EE6-309F-04C1E043666E}"/>
              </a:ext>
            </a:extLst>
          </p:cNvPr>
          <p:cNvSpPr/>
          <p:nvPr/>
        </p:nvSpPr>
        <p:spPr>
          <a:xfrm>
            <a:off x="10077023" y="2232933"/>
            <a:ext cx="2182451" cy="399941"/>
          </a:xfrm>
          <a:prstGeom prst="rect">
            <a:avLst/>
          </a:prstGeom>
          <a:noFill/>
          <a:ln w="9525" cap="flat" cmpd="sng" algn="ctr">
            <a:noFill/>
            <a:prstDash val="solid"/>
            <a:miter lim="800000"/>
          </a:ln>
          <a:effectLst/>
          <a:extLst>
            <a:ext uri="{909E8E84-426E-40DD-AFC4-6F175D3DCCD1}">
              <a14:hiddenFill xmlns:a14="http://schemas.microsoft.com/office/drawing/2010/main">
                <a:solidFill>
                  <a:schemeClr val="bg1">
                    <a:lumMod val="95000"/>
                  </a:schemeClr>
                </a:solidFill>
              </a14:hiddenFill>
            </a:ext>
          </a:ex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1050" b="0" i="0" u="none" strike="noStrike" kern="0" cap="none" spc="0" normalizeH="0" baseline="0" noProof="0">
                <a:ln>
                  <a:noFill/>
                </a:ln>
                <a:solidFill>
                  <a:prstClr val="black"/>
                </a:solidFill>
                <a:effectLst/>
                <a:uLnTx/>
                <a:uFillTx/>
                <a:ea typeface="+mn-ea"/>
                <a:cs typeface="+mn-cs"/>
              </a:rPr>
              <a:t>Agent interacting only with systems not with humans</a:t>
            </a:r>
          </a:p>
        </p:txBody>
      </p:sp>
      <p:grpSp>
        <p:nvGrpSpPr>
          <p:cNvPr id="110" name="Group 109">
            <a:extLst>
              <a:ext uri="{FF2B5EF4-FFF2-40B4-BE49-F238E27FC236}">
                <a16:creationId xmlns:a16="http://schemas.microsoft.com/office/drawing/2014/main" id="{F0C0720B-3136-952F-1502-B53268A572AA}"/>
              </a:ext>
            </a:extLst>
          </p:cNvPr>
          <p:cNvGrpSpPr/>
          <p:nvPr/>
        </p:nvGrpSpPr>
        <p:grpSpPr>
          <a:xfrm>
            <a:off x="9672078" y="2274522"/>
            <a:ext cx="316762" cy="316762"/>
            <a:chOff x="3904884" y="4179013"/>
            <a:chExt cx="720000" cy="720000"/>
          </a:xfrm>
        </p:grpSpPr>
        <p:sp>
          <p:nvSpPr>
            <p:cNvPr id="111" name="Oval 110">
              <a:extLst>
                <a:ext uri="{FF2B5EF4-FFF2-40B4-BE49-F238E27FC236}">
                  <a16:creationId xmlns:a16="http://schemas.microsoft.com/office/drawing/2014/main" id="{98B661A2-C4C1-2395-621F-D0104B636029}"/>
                </a:ext>
              </a:extLst>
            </p:cNvPr>
            <p:cNvSpPr/>
            <p:nvPr/>
          </p:nvSpPr>
          <p:spPr>
            <a:xfrm>
              <a:off x="3904884" y="4179013"/>
              <a:ext cx="720000" cy="720000"/>
            </a:xfrm>
            <a:prstGeom prst="ellipse">
              <a:avLst/>
            </a:prstGeom>
            <a:solidFill>
              <a:srgbClr val="FFFFFF">
                <a:lumMod val="95000"/>
              </a:srgbClr>
            </a:solidFill>
            <a:ln w="9525" cap="flat" cmpd="sng" algn="ctr">
              <a:solidFill>
                <a:srgbClr val="ECECEC">
                  <a:lumMod val="90000"/>
                </a:srgbClr>
              </a:solidFill>
              <a:prstDash val="solid"/>
              <a:miter lim="800000"/>
            </a:ln>
            <a:effectLst/>
          </p:spPr>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GB" sz="1050" b="0" i="0" u="none" strike="noStrike" kern="0" cap="none" spc="0" normalizeH="0" baseline="0" noProof="0">
                <a:ln>
                  <a:noFill/>
                </a:ln>
                <a:solidFill>
                  <a:prstClr val="black"/>
                </a:solidFill>
                <a:effectLst/>
                <a:uLnTx/>
                <a:uFillTx/>
                <a:ea typeface="+mn-ea"/>
                <a:cs typeface="+mn-cs"/>
              </a:endParaRPr>
            </a:p>
          </p:txBody>
        </p:sp>
        <p:pic>
          <p:nvPicPr>
            <p:cNvPr id="112" name="Picture 111">
              <a:extLst>
                <a:ext uri="{FF2B5EF4-FFF2-40B4-BE49-F238E27FC236}">
                  <a16:creationId xmlns:a16="http://schemas.microsoft.com/office/drawing/2014/main" id="{EA3BC406-C871-7A55-358C-0032998951E2}"/>
                </a:ext>
              </a:extLst>
            </p:cNvPr>
            <p:cNvPicPr>
              <a:picLocks noChangeAspect="1"/>
            </p:cNvPicPr>
            <p:nvPr/>
          </p:nvPicPr>
          <p:blipFill>
            <a:blip r:embed="rId2"/>
            <a:stretch>
              <a:fillRect/>
            </a:stretch>
          </p:blipFill>
          <p:spPr>
            <a:xfrm>
              <a:off x="3954068" y="4189228"/>
              <a:ext cx="634621" cy="634621"/>
            </a:xfrm>
            <a:prstGeom prst="rect">
              <a:avLst/>
            </a:prstGeom>
          </p:spPr>
        </p:pic>
      </p:grpSp>
      <p:sp>
        <p:nvSpPr>
          <p:cNvPr id="113" name="TextBox 112">
            <a:extLst>
              <a:ext uri="{FF2B5EF4-FFF2-40B4-BE49-F238E27FC236}">
                <a16:creationId xmlns:a16="http://schemas.microsoft.com/office/drawing/2014/main" id="{5BDC8309-B149-FDCA-3CDE-23DE3809D338}"/>
              </a:ext>
            </a:extLst>
          </p:cNvPr>
          <p:cNvSpPr txBox="1"/>
          <p:nvPr/>
        </p:nvSpPr>
        <p:spPr>
          <a:xfrm>
            <a:off x="247215" y="909198"/>
            <a:ext cx="3928447" cy="309958"/>
          </a:xfrm>
          <a:prstGeom prst="rect">
            <a:avLst/>
          </a:prstGeom>
          <a:noFill/>
        </p:spPr>
        <p:txBody>
          <a:bodyPr vert="horz" wrap="square" lIns="90000" tIns="46800" rIns="90000" bIns="46800" rtlCol="0" anchor="ctr">
            <a:spAutoFit/>
          </a:bodyPr>
          <a:lstStyle/>
          <a:p>
            <a:pPr>
              <a:spcBef>
                <a:spcPct val="0"/>
              </a:spcBef>
            </a:pPr>
            <a:r>
              <a:rPr lang="en-US" sz="1400">
                <a:solidFill>
                  <a:schemeClr val="bg1"/>
                </a:solidFill>
                <a:ea typeface="+mn-lt"/>
                <a:cs typeface="+mn-lt"/>
              </a:rPr>
              <a:t>Smart Maintenance Operations Framework </a:t>
            </a:r>
            <a:endParaRPr lang="en-US">
              <a:solidFill>
                <a:schemeClr val="bg1"/>
              </a:solidFill>
            </a:endParaRPr>
          </a:p>
        </p:txBody>
      </p:sp>
      <p:sp>
        <p:nvSpPr>
          <p:cNvPr id="114" name="TextBox 113">
            <a:extLst>
              <a:ext uri="{FF2B5EF4-FFF2-40B4-BE49-F238E27FC236}">
                <a16:creationId xmlns:a16="http://schemas.microsoft.com/office/drawing/2014/main" id="{FABACA27-3F6C-3473-4CA6-3FF0AC9D7141}"/>
              </a:ext>
            </a:extLst>
          </p:cNvPr>
          <p:cNvSpPr txBox="1"/>
          <p:nvPr/>
        </p:nvSpPr>
        <p:spPr>
          <a:xfrm>
            <a:off x="3242482" y="204120"/>
            <a:ext cx="806634" cy="340735"/>
          </a:xfrm>
          <a:prstGeom prst="rect">
            <a:avLst/>
          </a:prstGeom>
          <a:noFill/>
        </p:spPr>
        <p:txBody>
          <a:bodyPr vert="horz" wrap="square" lIns="90000" tIns="46800" rIns="90000" bIns="46800" rtlCol="0" anchor="ctr">
            <a:spAutoFit/>
          </a:bodyPr>
          <a:lstStyle/>
          <a:p>
            <a:pPr algn="l">
              <a:spcBef>
                <a:spcPct val="0"/>
              </a:spcBef>
            </a:pPr>
            <a:r>
              <a:rPr lang="en-US" sz="800">
                <a:solidFill>
                  <a:schemeClr val="bg1"/>
                </a:solidFill>
              </a:rPr>
              <a:t>LS / Supply Chain</a:t>
            </a:r>
            <a:endParaRPr lang="en-GB" sz="800" err="1">
              <a:solidFill>
                <a:schemeClr val="bg1"/>
              </a:solidFill>
            </a:endParaRPr>
          </a:p>
        </p:txBody>
      </p:sp>
      <p:sp>
        <p:nvSpPr>
          <p:cNvPr id="163" name="Flowchart: Document 1076">
            <a:extLst>
              <a:ext uri="{FF2B5EF4-FFF2-40B4-BE49-F238E27FC236}">
                <a16:creationId xmlns:a16="http://schemas.microsoft.com/office/drawing/2014/main" id="{C61891CB-F38A-054F-EC50-51DBAD5BA693}"/>
              </a:ext>
            </a:extLst>
          </p:cNvPr>
          <p:cNvSpPr/>
          <p:nvPr/>
        </p:nvSpPr>
        <p:spPr>
          <a:xfrm>
            <a:off x="1239385" y="5021092"/>
            <a:ext cx="673637" cy="366911"/>
          </a:xfrm>
          <a:prstGeom prst="homePlate">
            <a:avLst/>
          </a:prstGeom>
          <a:noFill/>
          <a:ln w="12700">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defTabSz="685800">
              <a:defRPr/>
            </a:pPr>
            <a:r>
              <a:rPr lang="en-GB" sz="600" b="1" noProof="0">
                <a:solidFill>
                  <a:prstClr val="black"/>
                </a:solidFill>
                <a:latin typeface="Verdana"/>
              </a:rPr>
              <a:t>Work ticket from Agent 1</a:t>
            </a:r>
          </a:p>
        </p:txBody>
      </p:sp>
      <p:cxnSp>
        <p:nvCxnSpPr>
          <p:cNvPr id="165" name="Connector: Elbow 172">
            <a:extLst>
              <a:ext uri="{FF2B5EF4-FFF2-40B4-BE49-F238E27FC236}">
                <a16:creationId xmlns:a16="http://schemas.microsoft.com/office/drawing/2014/main" id="{0936DDAF-DDC1-052C-370E-09235FFF413B}"/>
              </a:ext>
            </a:extLst>
          </p:cNvPr>
          <p:cNvCxnSpPr>
            <a:cxnSpLocks/>
          </p:cNvCxnSpPr>
          <p:nvPr/>
        </p:nvCxnSpPr>
        <p:spPr>
          <a:xfrm>
            <a:off x="1913022" y="5204548"/>
            <a:ext cx="461605" cy="2202"/>
          </a:xfrm>
          <a:prstGeom prst="bentConnector3">
            <a:avLst>
              <a:gd name="adj1" fmla="val 50000"/>
            </a:avLst>
          </a:prstGeom>
          <a:ln w="12700">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66" name="Rectangle: Rounded Corners 173">
            <a:extLst>
              <a:ext uri="{FF2B5EF4-FFF2-40B4-BE49-F238E27FC236}">
                <a16:creationId xmlns:a16="http://schemas.microsoft.com/office/drawing/2014/main" id="{49E4EB29-1DB1-C915-5A40-480CC3AFEC12}"/>
              </a:ext>
            </a:extLst>
          </p:cNvPr>
          <p:cNvSpPr/>
          <p:nvPr/>
        </p:nvSpPr>
        <p:spPr>
          <a:xfrm>
            <a:off x="2445841" y="4480569"/>
            <a:ext cx="6127937" cy="1721167"/>
          </a:xfrm>
          <a:prstGeom prst="roundRect">
            <a:avLst/>
          </a:prstGeom>
          <a:noFill/>
          <a:ln w="9525">
            <a:solidFill>
              <a:schemeClr val="accent2">
                <a:lumMod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1400" noProof="0">
              <a:solidFill>
                <a:schemeClr val="tx1"/>
              </a:solidFill>
            </a:endParaRPr>
          </a:p>
        </p:txBody>
      </p:sp>
      <p:grpSp>
        <p:nvGrpSpPr>
          <p:cNvPr id="167" name="Group 166">
            <a:extLst>
              <a:ext uri="{FF2B5EF4-FFF2-40B4-BE49-F238E27FC236}">
                <a16:creationId xmlns:a16="http://schemas.microsoft.com/office/drawing/2014/main" id="{DB6C3AC6-442A-2BBF-8535-336E7B2F4067}"/>
              </a:ext>
            </a:extLst>
          </p:cNvPr>
          <p:cNvGrpSpPr/>
          <p:nvPr/>
        </p:nvGrpSpPr>
        <p:grpSpPr>
          <a:xfrm>
            <a:off x="2932392" y="5249554"/>
            <a:ext cx="316762" cy="316762"/>
            <a:chOff x="3904884" y="4179013"/>
            <a:chExt cx="720000" cy="720000"/>
          </a:xfrm>
        </p:grpSpPr>
        <p:sp>
          <p:nvSpPr>
            <p:cNvPr id="168" name="Oval 167">
              <a:extLst>
                <a:ext uri="{FF2B5EF4-FFF2-40B4-BE49-F238E27FC236}">
                  <a16:creationId xmlns:a16="http://schemas.microsoft.com/office/drawing/2014/main" id="{47CC9536-9046-E68F-7A93-07B40A909A94}"/>
                </a:ext>
              </a:extLst>
            </p:cNvPr>
            <p:cNvSpPr/>
            <p:nvPr/>
          </p:nvSpPr>
          <p:spPr>
            <a:xfrm>
              <a:off x="3904884" y="4179013"/>
              <a:ext cx="720000" cy="720000"/>
            </a:xfrm>
            <a:prstGeom prst="ellipse">
              <a:avLst/>
            </a:prstGeom>
            <a:solidFill>
              <a:schemeClr val="bg1">
                <a:lumMod val="95000"/>
              </a:schemeClr>
            </a:solidFill>
            <a:ln w="9525">
              <a:solidFill>
                <a:schemeClr val="bg2">
                  <a:lumMod val="9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defRPr/>
              </a:pPr>
              <a:endParaRPr lang="en-GB" sz="1050" noProof="0">
                <a:solidFill>
                  <a:prstClr val="black"/>
                </a:solidFill>
                <a:latin typeface="Ubuntu"/>
              </a:endParaRPr>
            </a:p>
          </p:txBody>
        </p:sp>
        <p:pic>
          <p:nvPicPr>
            <p:cNvPr id="169" name="Picture 168">
              <a:extLst>
                <a:ext uri="{FF2B5EF4-FFF2-40B4-BE49-F238E27FC236}">
                  <a16:creationId xmlns:a16="http://schemas.microsoft.com/office/drawing/2014/main" id="{A9DB80AB-4121-2ADE-B003-FC17C1810756}"/>
                </a:ext>
              </a:extLst>
            </p:cNvPr>
            <p:cNvPicPr>
              <a:picLocks noChangeAspect="1"/>
            </p:cNvPicPr>
            <p:nvPr/>
          </p:nvPicPr>
          <p:blipFill>
            <a:blip r:embed="rId2"/>
            <a:stretch>
              <a:fillRect/>
            </a:stretch>
          </p:blipFill>
          <p:spPr>
            <a:xfrm>
              <a:off x="3954068" y="4189228"/>
              <a:ext cx="634621" cy="634621"/>
            </a:xfrm>
            <a:prstGeom prst="rect">
              <a:avLst/>
            </a:prstGeom>
          </p:spPr>
        </p:pic>
      </p:grpSp>
      <p:cxnSp>
        <p:nvCxnSpPr>
          <p:cNvPr id="170" name="Straight Connector 169">
            <a:extLst>
              <a:ext uri="{FF2B5EF4-FFF2-40B4-BE49-F238E27FC236}">
                <a16:creationId xmlns:a16="http://schemas.microsoft.com/office/drawing/2014/main" id="{BE30001A-B08C-0C30-C097-67777824F3C8}"/>
              </a:ext>
            </a:extLst>
          </p:cNvPr>
          <p:cNvCxnSpPr>
            <a:cxnSpLocks/>
          </p:cNvCxnSpPr>
          <p:nvPr/>
        </p:nvCxnSpPr>
        <p:spPr>
          <a:xfrm>
            <a:off x="3243712" y="5407935"/>
            <a:ext cx="845426" cy="9992"/>
          </a:xfrm>
          <a:prstGeom prst="line">
            <a:avLst/>
          </a:prstGeom>
          <a:ln w="12700">
            <a:solidFill>
              <a:schemeClr val="bg1">
                <a:lumMod val="6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174" name="ZoneTexte 40">
            <a:extLst>
              <a:ext uri="{FF2B5EF4-FFF2-40B4-BE49-F238E27FC236}">
                <a16:creationId xmlns:a16="http://schemas.microsoft.com/office/drawing/2014/main" id="{CA31F2C8-1D82-B011-0F45-0ACD86BCEC46}"/>
              </a:ext>
            </a:extLst>
          </p:cNvPr>
          <p:cNvSpPr txBox="1"/>
          <p:nvPr/>
        </p:nvSpPr>
        <p:spPr>
          <a:xfrm>
            <a:off x="2663495" y="4757729"/>
            <a:ext cx="934783" cy="538490"/>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68521" tIns="68521" rIns="68521" bIns="68521" numCol="1" spcCol="76207" rtlCol="0" anchor="t">
            <a:spAutoFit/>
          </a:bodyPr>
          <a:lstStyle/>
          <a:p>
            <a:pPr algn="ctr" defTabSz="685115">
              <a:defRPr/>
            </a:pPr>
            <a:r>
              <a:rPr lang="en-GB" sz="650">
                <a:solidFill>
                  <a:prstClr val="black"/>
                </a:solidFill>
                <a:latin typeface="Verdana"/>
                <a:ea typeface="Verdana"/>
              </a:rPr>
              <a:t>Retrieves SOPs using RAG and summarises them into steps</a:t>
            </a:r>
            <a:endParaRPr lang="en-GB" sz="650" noProof="0">
              <a:solidFill>
                <a:prstClr val="black"/>
              </a:solidFill>
              <a:latin typeface="Verdana"/>
              <a:ea typeface="Verdana"/>
            </a:endParaRPr>
          </a:p>
        </p:txBody>
      </p:sp>
      <p:sp>
        <p:nvSpPr>
          <p:cNvPr id="175" name="ZoneTexte 40">
            <a:extLst>
              <a:ext uri="{FF2B5EF4-FFF2-40B4-BE49-F238E27FC236}">
                <a16:creationId xmlns:a16="http://schemas.microsoft.com/office/drawing/2014/main" id="{2EDB5613-87DE-A0B8-9A92-F0B6C7C0262C}"/>
              </a:ext>
            </a:extLst>
          </p:cNvPr>
          <p:cNvSpPr txBox="1"/>
          <p:nvPr/>
        </p:nvSpPr>
        <p:spPr>
          <a:xfrm>
            <a:off x="3531660" y="4629536"/>
            <a:ext cx="1104707" cy="761628"/>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68521" tIns="68521" rIns="68521" bIns="68521" numCol="1" spcCol="76207" rtlCol="0" anchor="t">
            <a:spAutoFit/>
          </a:bodyPr>
          <a:lstStyle/>
          <a:p>
            <a:pPr algn="ctr" defTabSz="685115">
              <a:defRPr/>
            </a:pPr>
            <a:r>
              <a:rPr lang="en-GB" sz="650">
                <a:solidFill>
                  <a:prstClr val="black"/>
                </a:solidFill>
                <a:latin typeface="Verdana"/>
              </a:rPr>
              <a:t>Chatbot to provide guidance and</a:t>
            </a:r>
            <a:endParaRPr lang="en-US">
              <a:solidFill>
                <a:prstClr val="black"/>
              </a:solidFill>
            </a:endParaRPr>
          </a:p>
          <a:p>
            <a:pPr algn="ctr" defTabSz="685115">
              <a:defRPr/>
            </a:pPr>
            <a:r>
              <a:rPr lang="en-GB" sz="650">
                <a:solidFill>
                  <a:prstClr val="black"/>
                </a:solidFill>
                <a:latin typeface="Verdana"/>
              </a:rPr>
              <a:t> </a:t>
            </a:r>
            <a:r>
              <a:rPr lang="en-GB" sz="700">
                <a:solidFill>
                  <a:prstClr val="black"/>
                </a:solidFill>
                <a:latin typeface="Verdana"/>
              </a:rPr>
              <a:t>Provides interactive, step‑by‑step guidance</a:t>
            </a:r>
            <a:endParaRPr lang="en-GB">
              <a:solidFill>
                <a:prstClr val="black"/>
              </a:solidFill>
            </a:endParaRPr>
          </a:p>
          <a:p>
            <a:pPr algn="ctr" defTabSz="685115">
              <a:defRPr/>
            </a:pPr>
            <a:endParaRPr lang="en-GB" sz="650">
              <a:solidFill>
                <a:prstClr val="black"/>
              </a:solidFill>
              <a:latin typeface="Verdana"/>
              <a:ea typeface="Verdana"/>
            </a:endParaRPr>
          </a:p>
        </p:txBody>
      </p:sp>
      <p:sp>
        <p:nvSpPr>
          <p:cNvPr id="178" name="Oval 177">
            <a:extLst>
              <a:ext uri="{FF2B5EF4-FFF2-40B4-BE49-F238E27FC236}">
                <a16:creationId xmlns:a16="http://schemas.microsoft.com/office/drawing/2014/main" id="{73B8FCE7-0BDA-37F4-82EE-B9C78EBD8646}"/>
              </a:ext>
            </a:extLst>
          </p:cNvPr>
          <p:cNvSpPr/>
          <p:nvPr/>
        </p:nvSpPr>
        <p:spPr>
          <a:xfrm>
            <a:off x="6813057" y="5245935"/>
            <a:ext cx="324000" cy="324000"/>
          </a:xfrm>
          <a:prstGeom prst="ellipse">
            <a:avLst/>
          </a:prstGeom>
          <a:noFill/>
          <a:ln w="19050">
            <a:solidFill>
              <a:schemeClr val="accent2">
                <a:lumMod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1400" noProof="0">
              <a:solidFill>
                <a:schemeClr val="tx1"/>
              </a:solidFill>
            </a:endParaRPr>
          </a:p>
        </p:txBody>
      </p:sp>
      <p:sp>
        <p:nvSpPr>
          <p:cNvPr id="179" name="Rectangle 178">
            <a:extLst>
              <a:ext uri="{FF2B5EF4-FFF2-40B4-BE49-F238E27FC236}">
                <a16:creationId xmlns:a16="http://schemas.microsoft.com/office/drawing/2014/main" id="{8C7A261C-546F-1513-61EE-B6B86C8E3042}"/>
              </a:ext>
            </a:extLst>
          </p:cNvPr>
          <p:cNvSpPr/>
          <p:nvPr/>
        </p:nvSpPr>
        <p:spPr>
          <a:xfrm>
            <a:off x="4413462" y="4342684"/>
            <a:ext cx="2208615" cy="190570"/>
          </a:xfrm>
          <a:prstGeom prst="rect">
            <a:avLst/>
          </a:prstGeom>
          <a:solidFill>
            <a:schemeClr val="bg1">
              <a:lumMod val="9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it-IT" sz="800" b="1">
                <a:solidFill>
                  <a:schemeClr val="tx1"/>
                </a:solidFill>
              </a:rPr>
              <a:t>AI Guidance &amp; SOP Support Agent</a:t>
            </a:r>
            <a:endParaRPr lang="en-GB" sz="800" b="1" noProof="0">
              <a:solidFill>
                <a:schemeClr val="tx1"/>
              </a:solidFill>
            </a:endParaRPr>
          </a:p>
        </p:txBody>
      </p:sp>
      <p:sp>
        <p:nvSpPr>
          <p:cNvPr id="180" name="Rectangle 179">
            <a:extLst>
              <a:ext uri="{FF2B5EF4-FFF2-40B4-BE49-F238E27FC236}">
                <a16:creationId xmlns:a16="http://schemas.microsoft.com/office/drawing/2014/main" id="{91EB7C0B-05B2-B3F7-CA78-871F2FE69CCF}"/>
              </a:ext>
            </a:extLst>
          </p:cNvPr>
          <p:cNvSpPr/>
          <p:nvPr/>
        </p:nvSpPr>
        <p:spPr>
          <a:xfrm>
            <a:off x="1138508" y="4776732"/>
            <a:ext cx="1017979" cy="130443"/>
          </a:xfrm>
          <a:prstGeom prst="rect">
            <a:avLst/>
          </a:prstGeom>
          <a:solidFill>
            <a:schemeClr val="bg1">
              <a:lumMod val="9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GB" sz="800" noProof="0">
                <a:solidFill>
                  <a:schemeClr val="tx1"/>
                </a:solidFill>
              </a:rPr>
              <a:t>Inbound Channels</a:t>
            </a:r>
          </a:p>
        </p:txBody>
      </p:sp>
      <p:sp>
        <p:nvSpPr>
          <p:cNvPr id="181" name="TextBox 180">
            <a:extLst>
              <a:ext uri="{FF2B5EF4-FFF2-40B4-BE49-F238E27FC236}">
                <a16:creationId xmlns:a16="http://schemas.microsoft.com/office/drawing/2014/main" id="{B0D504C2-D9C3-AB0A-4158-C797E8E015F2}"/>
              </a:ext>
            </a:extLst>
          </p:cNvPr>
          <p:cNvSpPr txBox="1"/>
          <p:nvPr/>
        </p:nvSpPr>
        <p:spPr>
          <a:xfrm>
            <a:off x="1657086" y="4472184"/>
            <a:ext cx="1017978" cy="230832"/>
          </a:xfrm>
          <a:prstGeom prst="rect">
            <a:avLst/>
          </a:prstGeom>
          <a:noFill/>
        </p:spPr>
        <p:txBody>
          <a:bodyPr wrap="square" lIns="91440" tIns="45720" rIns="91440" bIns="45720" anchor="t">
            <a:spAutoFit/>
          </a:bodyPr>
          <a:lstStyle/>
          <a:p>
            <a:r>
              <a:rPr lang="en-GB" sz="900" b="1">
                <a:solidFill>
                  <a:prstClr val="black"/>
                </a:solidFill>
              </a:rPr>
              <a:t>Phase 2</a:t>
            </a:r>
            <a:endParaRPr lang="en-GB" sz="900" i="1" noProof="0">
              <a:solidFill>
                <a:prstClr val="black"/>
              </a:solidFill>
            </a:endParaRPr>
          </a:p>
        </p:txBody>
      </p:sp>
      <p:grpSp>
        <p:nvGrpSpPr>
          <p:cNvPr id="187" name="Group 186">
            <a:extLst>
              <a:ext uri="{FF2B5EF4-FFF2-40B4-BE49-F238E27FC236}">
                <a16:creationId xmlns:a16="http://schemas.microsoft.com/office/drawing/2014/main" id="{B6BCCABB-580D-A650-2FBF-8429474F1B8F}"/>
              </a:ext>
            </a:extLst>
          </p:cNvPr>
          <p:cNvGrpSpPr/>
          <p:nvPr/>
        </p:nvGrpSpPr>
        <p:grpSpPr>
          <a:xfrm>
            <a:off x="3969529" y="5246619"/>
            <a:ext cx="316762" cy="316762"/>
            <a:chOff x="3904884" y="4179013"/>
            <a:chExt cx="720000" cy="720000"/>
          </a:xfrm>
        </p:grpSpPr>
        <p:sp>
          <p:nvSpPr>
            <p:cNvPr id="188" name="Oval 187">
              <a:extLst>
                <a:ext uri="{FF2B5EF4-FFF2-40B4-BE49-F238E27FC236}">
                  <a16:creationId xmlns:a16="http://schemas.microsoft.com/office/drawing/2014/main" id="{6904086B-F1E1-D92E-87D8-468C8E4AF52C}"/>
                </a:ext>
              </a:extLst>
            </p:cNvPr>
            <p:cNvSpPr/>
            <p:nvPr/>
          </p:nvSpPr>
          <p:spPr>
            <a:xfrm>
              <a:off x="3904884" y="4179013"/>
              <a:ext cx="720000" cy="720000"/>
            </a:xfrm>
            <a:prstGeom prst="ellipse">
              <a:avLst/>
            </a:prstGeom>
            <a:solidFill>
              <a:schemeClr val="bg1">
                <a:lumMod val="95000"/>
              </a:schemeClr>
            </a:solidFill>
            <a:ln w="9525">
              <a:solidFill>
                <a:schemeClr val="bg2">
                  <a:lumMod val="9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defRPr/>
              </a:pPr>
              <a:endParaRPr lang="en-GB" sz="1050" noProof="0">
                <a:solidFill>
                  <a:prstClr val="black"/>
                </a:solidFill>
                <a:latin typeface="Ubuntu"/>
              </a:endParaRPr>
            </a:p>
          </p:txBody>
        </p:sp>
        <p:pic>
          <p:nvPicPr>
            <p:cNvPr id="189" name="Picture 188">
              <a:extLst>
                <a:ext uri="{FF2B5EF4-FFF2-40B4-BE49-F238E27FC236}">
                  <a16:creationId xmlns:a16="http://schemas.microsoft.com/office/drawing/2014/main" id="{84752B9A-1172-B7A4-34E2-11785494D456}"/>
                </a:ext>
              </a:extLst>
            </p:cNvPr>
            <p:cNvPicPr>
              <a:picLocks noChangeAspect="1"/>
            </p:cNvPicPr>
            <p:nvPr/>
          </p:nvPicPr>
          <p:blipFill>
            <a:blip r:embed="rId2"/>
            <a:stretch>
              <a:fillRect/>
            </a:stretch>
          </p:blipFill>
          <p:spPr>
            <a:xfrm>
              <a:off x="3954068" y="4189228"/>
              <a:ext cx="634621" cy="634621"/>
            </a:xfrm>
            <a:prstGeom prst="rect">
              <a:avLst/>
            </a:prstGeom>
          </p:spPr>
        </p:pic>
      </p:grpSp>
      <p:cxnSp>
        <p:nvCxnSpPr>
          <p:cNvPr id="194" name="Straight Connector 193">
            <a:extLst>
              <a:ext uri="{FF2B5EF4-FFF2-40B4-BE49-F238E27FC236}">
                <a16:creationId xmlns:a16="http://schemas.microsoft.com/office/drawing/2014/main" id="{34D24786-7C87-3526-52BA-549BB2E9043B}"/>
              </a:ext>
            </a:extLst>
          </p:cNvPr>
          <p:cNvCxnSpPr>
            <a:cxnSpLocks/>
          </p:cNvCxnSpPr>
          <p:nvPr/>
        </p:nvCxnSpPr>
        <p:spPr>
          <a:xfrm>
            <a:off x="6126935" y="5407935"/>
            <a:ext cx="686122" cy="0"/>
          </a:xfrm>
          <a:prstGeom prst="line">
            <a:avLst/>
          </a:prstGeom>
          <a:ln w="12700">
            <a:solidFill>
              <a:schemeClr val="bg1">
                <a:lumMod val="6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196" name="ZoneTexte 40">
            <a:extLst>
              <a:ext uri="{FF2B5EF4-FFF2-40B4-BE49-F238E27FC236}">
                <a16:creationId xmlns:a16="http://schemas.microsoft.com/office/drawing/2014/main" id="{9A154FC0-C2D8-841D-0578-7F544BDE65FE}"/>
              </a:ext>
            </a:extLst>
          </p:cNvPr>
          <p:cNvSpPr txBox="1"/>
          <p:nvPr/>
        </p:nvSpPr>
        <p:spPr>
          <a:xfrm>
            <a:off x="6531303" y="5579183"/>
            <a:ext cx="896111" cy="33843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68521" tIns="68521" rIns="68521" bIns="68521" numCol="1" spcCol="76207" rtlCol="0" anchor="t">
            <a:spAutoFit/>
          </a:bodyPr>
          <a:lstStyle/>
          <a:p>
            <a:pPr algn="ctr" defTabSz="685115">
              <a:defRPr/>
            </a:pPr>
            <a:r>
              <a:rPr lang="en-GB" sz="650">
                <a:solidFill>
                  <a:prstClr val="black"/>
                </a:solidFill>
                <a:latin typeface="Verdana"/>
              </a:rPr>
              <a:t>Creates audit register</a:t>
            </a:r>
            <a:endParaRPr lang="en-US">
              <a:solidFill>
                <a:prstClr val="black"/>
              </a:solidFill>
            </a:endParaRPr>
          </a:p>
        </p:txBody>
      </p:sp>
      <p:grpSp>
        <p:nvGrpSpPr>
          <p:cNvPr id="197" name="Group 196">
            <a:extLst>
              <a:ext uri="{FF2B5EF4-FFF2-40B4-BE49-F238E27FC236}">
                <a16:creationId xmlns:a16="http://schemas.microsoft.com/office/drawing/2014/main" id="{FB44DF94-FD11-4F1F-2D64-AD38D2BAEFC2}"/>
              </a:ext>
            </a:extLst>
          </p:cNvPr>
          <p:cNvGrpSpPr/>
          <p:nvPr/>
        </p:nvGrpSpPr>
        <p:grpSpPr>
          <a:xfrm>
            <a:off x="4905085" y="5249554"/>
            <a:ext cx="314452" cy="316762"/>
            <a:chOff x="3904884" y="4179013"/>
            <a:chExt cx="720000" cy="720000"/>
          </a:xfrm>
        </p:grpSpPr>
        <p:sp>
          <p:nvSpPr>
            <p:cNvPr id="198" name="Oval 197">
              <a:extLst>
                <a:ext uri="{FF2B5EF4-FFF2-40B4-BE49-F238E27FC236}">
                  <a16:creationId xmlns:a16="http://schemas.microsoft.com/office/drawing/2014/main" id="{06C1B144-6DB3-5516-0849-5C784415ABAA}"/>
                </a:ext>
              </a:extLst>
            </p:cNvPr>
            <p:cNvSpPr/>
            <p:nvPr/>
          </p:nvSpPr>
          <p:spPr>
            <a:xfrm>
              <a:off x="3904884" y="4179013"/>
              <a:ext cx="720000" cy="720000"/>
            </a:xfrm>
            <a:prstGeom prst="ellipse">
              <a:avLst/>
            </a:prstGeom>
            <a:solidFill>
              <a:schemeClr val="bg1">
                <a:lumMod val="95000"/>
              </a:schemeClr>
            </a:solidFill>
            <a:ln w="19050">
              <a:solidFill>
                <a:srgbClr val="FFB24A"/>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defRPr/>
              </a:pPr>
              <a:endParaRPr lang="en-GB" sz="1050" noProof="0">
                <a:solidFill>
                  <a:prstClr val="black"/>
                </a:solidFill>
                <a:latin typeface="Ubuntu"/>
              </a:endParaRPr>
            </a:p>
          </p:txBody>
        </p:sp>
        <p:pic>
          <p:nvPicPr>
            <p:cNvPr id="199" name="Picture 198">
              <a:extLst>
                <a:ext uri="{FF2B5EF4-FFF2-40B4-BE49-F238E27FC236}">
                  <a16:creationId xmlns:a16="http://schemas.microsoft.com/office/drawing/2014/main" id="{BB2E0601-77A4-0194-396B-98401E7D7CB3}"/>
                </a:ext>
              </a:extLst>
            </p:cNvPr>
            <p:cNvPicPr>
              <a:picLocks noChangeAspect="1"/>
            </p:cNvPicPr>
            <p:nvPr/>
          </p:nvPicPr>
          <p:blipFill>
            <a:blip r:embed="rId2"/>
            <a:stretch>
              <a:fillRect/>
            </a:stretch>
          </p:blipFill>
          <p:spPr>
            <a:xfrm>
              <a:off x="3954068" y="4189228"/>
              <a:ext cx="634621" cy="634621"/>
            </a:xfrm>
            <a:prstGeom prst="rect">
              <a:avLst/>
            </a:prstGeom>
          </p:spPr>
        </p:pic>
      </p:grpSp>
      <p:grpSp>
        <p:nvGrpSpPr>
          <p:cNvPr id="200" name="Group 199">
            <a:extLst>
              <a:ext uri="{FF2B5EF4-FFF2-40B4-BE49-F238E27FC236}">
                <a16:creationId xmlns:a16="http://schemas.microsoft.com/office/drawing/2014/main" id="{4FAD3188-712B-E3BD-AE7C-A9CDA499FC12}"/>
              </a:ext>
            </a:extLst>
          </p:cNvPr>
          <p:cNvGrpSpPr/>
          <p:nvPr/>
        </p:nvGrpSpPr>
        <p:grpSpPr>
          <a:xfrm>
            <a:off x="7772803" y="5269704"/>
            <a:ext cx="316762" cy="316762"/>
            <a:chOff x="3904884" y="4179013"/>
            <a:chExt cx="720000" cy="720000"/>
          </a:xfrm>
        </p:grpSpPr>
        <p:sp>
          <p:nvSpPr>
            <p:cNvPr id="201" name="Oval 200">
              <a:extLst>
                <a:ext uri="{FF2B5EF4-FFF2-40B4-BE49-F238E27FC236}">
                  <a16:creationId xmlns:a16="http://schemas.microsoft.com/office/drawing/2014/main" id="{BE171133-EBE4-E347-891D-6DD11AF613EA}"/>
                </a:ext>
              </a:extLst>
            </p:cNvPr>
            <p:cNvSpPr/>
            <p:nvPr/>
          </p:nvSpPr>
          <p:spPr>
            <a:xfrm>
              <a:off x="3904884" y="4179013"/>
              <a:ext cx="720000" cy="720000"/>
            </a:xfrm>
            <a:prstGeom prst="ellipse">
              <a:avLst/>
            </a:prstGeom>
            <a:solidFill>
              <a:schemeClr val="bg1">
                <a:lumMod val="95000"/>
              </a:schemeClr>
            </a:solidFill>
            <a:ln w="19050">
              <a:solidFill>
                <a:srgbClr val="FFB24A"/>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defRPr/>
              </a:pPr>
              <a:endParaRPr lang="en-GB" sz="1050" noProof="0">
                <a:solidFill>
                  <a:prstClr val="black"/>
                </a:solidFill>
                <a:latin typeface="Ubuntu"/>
              </a:endParaRPr>
            </a:p>
          </p:txBody>
        </p:sp>
        <p:pic>
          <p:nvPicPr>
            <p:cNvPr id="202" name="Picture 201">
              <a:extLst>
                <a:ext uri="{FF2B5EF4-FFF2-40B4-BE49-F238E27FC236}">
                  <a16:creationId xmlns:a16="http://schemas.microsoft.com/office/drawing/2014/main" id="{431EDDC8-6A36-36F3-633C-08C3A1817C50}"/>
                </a:ext>
              </a:extLst>
            </p:cNvPr>
            <p:cNvPicPr>
              <a:picLocks noChangeAspect="1"/>
            </p:cNvPicPr>
            <p:nvPr/>
          </p:nvPicPr>
          <p:blipFill>
            <a:blip r:embed="rId2"/>
            <a:stretch>
              <a:fillRect/>
            </a:stretch>
          </p:blipFill>
          <p:spPr>
            <a:xfrm>
              <a:off x="3954068" y="4189228"/>
              <a:ext cx="634621" cy="634621"/>
            </a:xfrm>
            <a:prstGeom prst="rect">
              <a:avLst/>
            </a:prstGeom>
          </p:spPr>
        </p:pic>
      </p:grpSp>
      <p:sp>
        <p:nvSpPr>
          <p:cNvPr id="207" name="Flowchart: Document 1076">
            <a:extLst>
              <a:ext uri="{FF2B5EF4-FFF2-40B4-BE49-F238E27FC236}">
                <a16:creationId xmlns:a16="http://schemas.microsoft.com/office/drawing/2014/main" id="{AB16646A-B224-796A-DDB0-6A10E787D0FB}"/>
              </a:ext>
            </a:extLst>
          </p:cNvPr>
          <p:cNvSpPr/>
          <p:nvPr/>
        </p:nvSpPr>
        <p:spPr>
          <a:xfrm>
            <a:off x="1225932" y="5470617"/>
            <a:ext cx="673637" cy="366911"/>
          </a:xfrm>
          <a:prstGeom prst="homePlate">
            <a:avLst/>
          </a:prstGeom>
          <a:noFill/>
          <a:ln w="12700">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defTabSz="685800">
              <a:defRPr/>
            </a:pPr>
            <a:r>
              <a:rPr lang="en-GB" sz="600" b="1" noProof="0">
                <a:solidFill>
                  <a:prstClr val="black"/>
                </a:solidFill>
                <a:latin typeface="Verdana"/>
              </a:rPr>
              <a:t>SOPs and guidance</a:t>
            </a:r>
          </a:p>
        </p:txBody>
      </p:sp>
      <p:cxnSp>
        <p:nvCxnSpPr>
          <p:cNvPr id="208" name="Connector: Elbow 172">
            <a:extLst>
              <a:ext uri="{FF2B5EF4-FFF2-40B4-BE49-F238E27FC236}">
                <a16:creationId xmlns:a16="http://schemas.microsoft.com/office/drawing/2014/main" id="{F94ECAA3-4D90-E79A-234F-FCB6E36DFB46}"/>
              </a:ext>
            </a:extLst>
          </p:cNvPr>
          <p:cNvCxnSpPr>
            <a:cxnSpLocks/>
          </p:cNvCxnSpPr>
          <p:nvPr/>
        </p:nvCxnSpPr>
        <p:spPr>
          <a:xfrm>
            <a:off x="1899569" y="5654073"/>
            <a:ext cx="461605" cy="2202"/>
          </a:xfrm>
          <a:prstGeom prst="bentConnector3">
            <a:avLst>
              <a:gd name="adj1" fmla="val 50000"/>
            </a:avLst>
          </a:prstGeom>
          <a:ln w="12700">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21" name="ZoneTexte 40">
            <a:extLst>
              <a:ext uri="{FF2B5EF4-FFF2-40B4-BE49-F238E27FC236}">
                <a16:creationId xmlns:a16="http://schemas.microsoft.com/office/drawing/2014/main" id="{92F0131F-44BA-D979-1736-4E8CA33D2895}"/>
              </a:ext>
            </a:extLst>
          </p:cNvPr>
          <p:cNvSpPr txBox="1"/>
          <p:nvPr/>
        </p:nvSpPr>
        <p:spPr>
          <a:xfrm>
            <a:off x="4773103" y="4699746"/>
            <a:ext cx="784558" cy="538490"/>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68521" tIns="68521" rIns="68521" bIns="68521" numCol="1" spcCol="76207" rtlCol="0" anchor="t">
            <a:spAutoFit/>
          </a:bodyPr>
          <a:lstStyle/>
          <a:p>
            <a:pPr algn="ctr" defTabSz="685115">
              <a:defRPr/>
            </a:pPr>
            <a:r>
              <a:rPr lang="en-GB" sz="650">
                <a:solidFill>
                  <a:prstClr val="black"/>
                </a:solidFill>
                <a:latin typeface="Verdana"/>
              </a:rPr>
              <a:t>Completes and records maintenance work</a:t>
            </a:r>
            <a:endParaRPr lang="en-GB" sz="650">
              <a:solidFill>
                <a:prstClr val="black"/>
              </a:solidFill>
              <a:latin typeface="Verdana"/>
              <a:ea typeface="Verdana"/>
            </a:endParaRPr>
          </a:p>
        </p:txBody>
      </p:sp>
      <p:grpSp>
        <p:nvGrpSpPr>
          <p:cNvPr id="223" name="Group 222">
            <a:extLst>
              <a:ext uri="{FF2B5EF4-FFF2-40B4-BE49-F238E27FC236}">
                <a16:creationId xmlns:a16="http://schemas.microsoft.com/office/drawing/2014/main" id="{404742F1-54F3-3F48-B1E4-43E98963F28F}"/>
              </a:ext>
            </a:extLst>
          </p:cNvPr>
          <p:cNvGrpSpPr/>
          <p:nvPr/>
        </p:nvGrpSpPr>
        <p:grpSpPr>
          <a:xfrm>
            <a:off x="5810173" y="5249554"/>
            <a:ext cx="316762" cy="316762"/>
            <a:chOff x="3904884" y="4179013"/>
            <a:chExt cx="720000" cy="720000"/>
          </a:xfrm>
        </p:grpSpPr>
        <p:sp>
          <p:nvSpPr>
            <p:cNvPr id="224" name="Oval 223">
              <a:extLst>
                <a:ext uri="{FF2B5EF4-FFF2-40B4-BE49-F238E27FC236}">
                  <a16:creationId xmlns:a16="http://schemas.microsoft.com/office/drawing/2014/main" id="{8F7931AB-BE4F-2C90-C506-02AAE741B717}"/>
                </a:ext>
              </a:extLst>
            </p:cNvPr>
            <p:cNvSpPr/>
            <p:nvPr/>
          </p:nvSpPr>
          <p:spPr>
            <a:xfrm>
              <a:off x="3904884" y="4179013"/>
              <a:ext cx="720000" cy="720000"/>
            </a:xfrm>
            <a:prstGeom prst="ellipse">
              <a:avLst/>
            </a:prstGeom>
            <a:solidFill>
              <a:srgbClr val="FFFFFF">
                <a:lumMod val="95000"/>
              </a:srgbClr>
            </a:solidFill>
            <a:ln w="9525" cap="flat" cmpd="sng" algn="ctr">
              <a:solidFill>
                <a:srgbClr val="ECECEC">
                  <a:lumMod val="90000"/>
                </a:srgbClr>
              </a:solidFill>
              <a:prstDash val="solid"/>
              <a:miter lim="800000"/>
            </a:ln>
            <a:effectLst/>
          </p:spPr>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GB" sz="1050" b="0" i="0" u="none" strike="noStrike" kern="0" cap="none" spc="0" normalizeH="0" baseline="0" noProof="0">
                <a:ln>
                  <a:noFill/>
                </a:ln>
                <a:solidFill>
                  <a:prstClr val="black"/>
                </a:solidFill>
                <a:effectLst/>
                <a:uLnTx/>
                <a:uFillTx/>
                <a:ea typeface="+mn-ea"/>
                <a:cs typeface="+mn-cs"/>
              </a:endParaRPr>
            </a:p>
          </p:txBody>
        </p:sp>
        <p:pic>
          <p:nvPicPr>
            <p:cNvPr id="225" name="Picture 224">
              <a:extLst>
                <a:ext uri="{FF2B5EF4-FFF2-40B4-BE49-F238E27FC236}">
                  <a16:creationId xmlns:a16="http://schemas.microsoft.com/office/drawing/2014/main" id="{D2440001-DEB8-8BC9-7937-EEC7784A8601}"/>
                </a:ext>
              </a:extLst>
            </p:cNvPr>
            <p:cNvPicPr>
              <a:picLocks noChangeAspect="1"/>
            </p:cNvPicPr>
            <p:nvPr/>
          </p:nvPicPr>
          <p:blipFill>
            <a:blip r:embed="rId2"/>
            <a:stretch>
              <a:fillRect/>
            </a:stretch>
          </p:blipFill>
          <p:spPr>
            <a:xfrm>
              <a:off x="3954068" y="4189228"/>
              <a:ext cx="634621" cy="634621"/>
            </a:xfrm>
            <a:prstGeom prst="rect">
              <a:avLst/>
            </a:prstGeom>
          </p:spPr>
        </p:pic>
      </p:grpSp>
      <p:cxnSp>
        <p:nvCxnSpPr>
          <p:cNvPr id="226" name="Straight Connector 225">
            <a:extLst>
              <a:ext uri="{FF2B5EF4-FFF2-40B4-BE49-F238E27FC236}">
                <a16:creationId xmlns:a16="http://schemas.microsoft.com/office/drawing/2014/main" id="{E3C75F89-369B-05D8-E0CA-C4BF91BFA3DA}"/>
              </a:ext>
            </a:extLst>
          </p:cNvPr>
          <p:cNvCxnSpPr>
            <a:cxnSpLocks/>
          </p:cNvCxnSpPr>
          <p:nvPr/>
        </p:nvCxnSpPr>
        <p:spPr>
          <a:xfrm>
            <a:off x="5203730" y="5393648"/>
            <a:ext cx="628081" cy="0"/>
          </a:xfrm>
          <a:prstGeom prst="line">
            <a:avLst/>
          </a:prstGeom>
          <a:ln w="12700">
            <a:solidFill>
              <a:schemeClr val="bg1">
                <a:lumMod val="6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233" name="ZoneTexte 40">
            <a:extLst>
              <a:ext uri="{FF2B5EF4-FFF2-40B4-BE49-F238E27FC236}">
                <a16:creationId xmlns:a16="http://schemas.microsoft.com/office/drawing/2014/main" id="{B026B895-4049-3BB0-6FAC-EB76DDA8E956}"/>
              </a:ext>
            </a:extLst>
          </p:cNvPr>
          <p:cNvSpPr txBox="1"/>
          <p:nvPr/>
        </p:nvSpPr>
        <p:spPr>
          <a:xfrm>
            <a:off x="5410553" y="5600501"/>
            <a:ext cx="1095512" cy="33843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68521" tIns="68521" rIns="68521" bIns="68521" numCol="1" spcCol="76207" rtlCol="0" anchor="t">
            <a:spAutoFit/>
          </a:bodyPr>
          <a:lstStyle/>
          <a:p>
            <a:pPr algn="ctr" defTabSz="685115">
              <a:defRPr/>
            </a:pPr>
            <a:r>
              <a:rPr lang="en-GB" sz="650">
                <a:solidFill>
                  <a:prstClr val="black"/>
                </a:solidFill>
                <a:latin typeface="Verdana"/>
              </a:rPr>
              <a:t>Consolidates maintenance records</a:t>
            </a:r>
            <a:endParaRPr lang="en-US">
              <a:solidFill>
                <a:prstClr val="black"/>
              </a:solidFill>
            </a:endParaRPr>
          </a:p>
        </p:txBody>
      </p:sp>
      <p:cxnSp>
        <p:nvCxnSpPr>
          <p:cNvPr id="236" name="Straight Connector 235">
            <a:extLst>
              <a:ext uri="{FF2B5EF4-FFF2-40B4-BE49-F238E27FC236}">
                <a16:creationId xmlns:a16="http://schemas.microsoft.com/office/drawing/2014/main" id="{F08A7363-24C5-CBE4-979D-C0FB18434A2E}"/>
              </a:ext>
            </a:extLst>
          </p:cNvPr>
          <p:cNvCxnSpPr>
            <a:cxnSpLocks/>
            <a:endCxn id="202" idx="1"/>
          </p:cNvCxnSpPr>
          <p:nvPr/>
        </p:nvCxnSpPr>
        <p:spPr>
          <a:xfrm>
            <a:off x="7137057" y="5407935"/>
            <a:ext cx="657384" cy="5863"/>
          </a:xfrm>
          <a:prstGeom prst="line">
            <a:avLst/>
          </a:prstGeom>
          <a:ln w="12700">
            <a:solidFill>
              <a:schemeClr val="bg1">
                <a:lumMod val="6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239" name="ZoneTexte 40">
            <a:extLst>
              <a:ext uri="{FF2B5EF4-FFF2-40B4-BE49-F238E27FC236}">
                <a16:creationId xmlns:a16="http://schemas.microsoft.com/office/drawing/2014/main" id="{A299A9BA-13B5-336B-9F04-236B6B06B259}"/>
              </a:ext>
            </a:extLst>
          </p:cNvPr>
          <p:cNvSpPr txBox="1"/>
          <p:nvPr/>
        </p:nvSpPr>
        <p:spPr>
          <a:xfrm>
            <a:off x="7487419" y="4907175"/>
            <a:ext cx="896111" cy="33843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68521" tIns="68521" rIns="68521" bIns="68521" numCol="1" spcCol="76207" rtlCol="0" anchor="t">
            <a:spAutoFit/>
          </a:bodyPr>
          <a:lstStyle/>
          <a:p>
            <a:pPr algn="ctr" defTabSz="685115">
              <a:defRPr/>
            </a:pPr>
            <a:r>
              <a:rPr lang="en-GB" sz="650">
                <a:solidFill>
                  <a:prstClr val="black"/>
                </a:solidFill>
                <a:latin typeface="Verdana"/>
              </a:rPr>
              <a:t>Reviews audit register</a:t>
            </a:r>
            <a:endParaRPr lang="en-US">
              <a:solidFill>
                <a:prstClr val="black"/>
              </a:solidFill>
            </a:endParaRPr>
          </a:p>
        </p:txBody>
      </p:sp>
      <mc:AlternateContent xmlns:mc="http://schemas.openxmlformats.org/markup-compatibility/2006" xmlns:p14="http://schemas.microsoft.com/office/powerpoint/2010/main">
        <mc:Choice Requires="p14">
          <p:contentPart p14:bwMode="auto" r:id="rId3">
            <p14:nvContentPartPr>
              <p14:cNvPr id="6" name="Ink 5">
                <a:extLst>
                  <a:ext uri="{FF2B5EF4-FFF2-40B4-BE49-F238E27FC236}">
                    <a16:creationId xmlns:a16="http://schemas.microsoft.com/office/drawing/2014/main" id="{69895EE2-E110-2449-D44C-7ABEFACDD818}"/>
                  </a:ext>
                </a:extLst>
              </p14:cNvPr>
              <p14:cNvContentPartPr/>
              <p14:nvPr/>
            </p14:nvContentPartPr>
            <p14:xfrm>
              <a:off x="-2164201" y="2970126"/>
              <a:ext cx="9267" cy="9267"/>
            </p14:xfrm>
          </p:contentPart>
        </mc:Choice>
        <mc:Fallback xmlns="">
          <p:pic>
            <p:nvPicPr>
              <p:cNvPr id="6" name="Ink 5">
                <a:extLst>
                  <a:ext uri="{FF2B5EF4-FFF2-40B4-BE49-F238E27FC236}">
                    <a16:creationId xmlns:a16="http://schemas.microsoft.com/office/drawing/2014/main" id="{69895EE2-E110-2449-D44C-7ABEFACDD818}"/>
                  </a:ext>
                </a:extLst>
              </p:cNvPr>
              <p:cNvPicPr/>
              <p:nvPr/>
            </p:nvPicPr>
            <p:blipFill>
              <a:blip r:embed="rId4"/>
              <a:stretch>
                <a:fillRect/>
              </a:stretch>
            </p:blipFill>
            <p:spPr>
              <a:xfrm>
                <a:off x="-2627551" y="2506776"/>
                <a:ext cx="926700" cy="926700"/>
              </a:xfrm>
              <a:prstGeom prst="rect">
                <a:avLst/>
              </a:prstGeom>
            </p:spPr>
          </p:pic>
        </mc:Fallback>
      </mc:AlternateContent>
      <p:sp>
        <p:nvSpPr>
          <p:cNvPr id="22" name="ZoneTexte 40">
            <a:extLst>
              <a:ext uri="{FF2B5EF4-FFF2-40B4-BE49-F238E27FC236}">
                <a16:creationId xmlns:a16="http://schemas.microsoft.com/office/drawing/2014/main" id="{EE39AF79-6D29-0E13-C50C-E181E1FC358D}"/>
              </a:ext>
            </a:extLst>
          </p:cNvPr>
          <p:cNvSpPr txBox="1"/>
          <p:nvPr/>
        </p:nvSpPr>
        <p:spPr>
          <a:xfrm>
            <a:off x="3691915" y="1814695"/>
            <a:ext cx="2643246" cy="238408"/>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68521" tIns="68521" rIns="68521" bIns="68521" numCol="1" spcCol="76207" rtlCol="0" anchor="t">
            <a:spAutoFit/>
          </a:bodyPr>
          <a:lstStyle/>
          <a:p>
            <a:pPr algn="ctr" defTabSz="685115">
              <a:defRPr/>
            </a:pPr>
            <a:r>
              <a:rPr lang="en-GB" sz="650">
                <a:solidFill>
                  <a:prstClr val="black"/>
                </a:solidFill>
                <a:latin typeface="Verdana"/>
              </a:rPr>
              <a:t>Feedback for model improvement or Invalid alerts</a:t>
            </a:r>
            <a:endParaRPr lang="en-GB" sz="650" noProof="0">
              <a:solidFill>
                <a:prstClr val="black"/>
              </a:solidFill>
              <a:latin typeface="Verdana"/>
              <a:ea typeface="Verdana"/>
            </a:endParaRPr>
          </a:p>
        </p:txBody>
      </p:sp>
      <p:sp>
        <p:nvSpPr>
          <p:cNvPr id="48" name="Flowchart: Document 1076">
            <a:extLst>
              <a:ext uri="{FF2B5EF4-FFF2-40B4-BE49-F238E27FC236}">
                <a16:creationId xmlns:a16="http://schemas.microsoft.com/office/drawing/2014/main" id="{AB113CFD-742C-F335-935C-0474EBD8EC89}"/>
              </a:ext>
            </a:extLst>
          </p:cNvPr>
          <p:cNvSpPr/>
          <p:nvPr/>
        </p:nvSpPr>
        <p:spPr>
          <a:xfrm>
            <a:off x="1179492" y="2963155"/>
            <a:ext cx="673637" cy="366911"/>
          </a:xfrm>
          <a:prstGeom prst="homePlate">
            <a:avLst/>
          </a:prstGeom>
          <a:noFill/>
          <a:ln w="12700">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defTabSz="685800">
              <a:defRPr/>
            </a:pPr>
            <a:r>
              <a:rPr lang="en-GB" sz="600" b="1" noProof="0">
                <a:solidFill>
                  <a:prstClr val="black"/>
                </a:solidFill>
                <a:latin typeface="Verdana"/>
              </a:rPr>
              <a:t>Equipment Sensor </a:t>
            </a:r>
            <a:r>
              <a:rPr lang="en-GB" sz="600" b="1">
                <a:solidFill>
                  <a:prstClr val="black"/>
                </a:solidFill>
                <a:latin typeface="Verdana"/>
              </a:rPr>
              <a:t>Data</a:t>
            </a:r>
          </a:p>
        </p:txBody>
      </p:sp>
      <p:cxnSp>
        <p:nvCxnSpPr>
          <p:cNvPr id="50" name="Connector: Elbow 172">
            <a:extLst>
              <a:ext uri="{FF2B5EF4-FFF2-40B4-BE49-F238E27FC236}">
                <a16:creationId xmlns:a16="http://schemas.microsoft.com/office/drawing/2014/main" id="{1AEAEF2E-7BA3-09AD-463A-35D52CF0D258}"/>
              </a:ext>
            </a:extLst>
          </p:cNvPr>
          <p:cNvCxnSpPr>
            <a:cxnSpLocks/>
            <a:stCxn id="48" idx="3"/>
            <a:endCxn id="51" idx="1"/>
          </p:cNvCxnSpPr>
          <p:nvPr/>
        </p:nvCxnSpPr>
        <p:spPr>
          <a:xfrm flipV="1">
            <a:off x="1853129" y="2662828"/>
            <a:ext cx="592712" cy="483783"/>
          </a:xfrm>
          <a:prstGeom prst="bentConnector3">
            <a:avLst>
              <a:gd name="adj1" fmla="val 50000"/>
            </a:avLst>
          </a:prstGeom>
          <a:ln w="12700">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51" name="Rectangle: Rounded Corners 173">
            <a:extLst>
              <a:ext uri="{FF2B5EF4-FFF2-40B4-BE49-F238E27FC236}">
                <a16:creationId xmlns:a16="http://schemas.microsoft.com/office/drawing/2014/main" id="{098FAA01-2B2C-094E-0C2A-DC2ADA49CBB5}"/>
              </a:ext>
            </a:extLst>
          </p:cNvPr>
          <p:cNvSpPr/>
          <p:nvPr/>
        </p:nvSpPr>
        <p:spPr>
          <a:xfrm>
            <a:off x="2445841" y="1601986"/>
            <a:ext cx="6025026" cy="2121683"/>
          </a:xfrm>
          <a:prstGeom prst="roundRect">
            <a:avLst/>
          </a:prstGeom>
          <a:noFill/>
          <a:ln w="9525">
            <a:solidFill>
              <a:schemeClr val="accent2">
                <a:lumMod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1400" noProof="0">
              <a:solidFill>
                <a:schemeClr val="tx1"/>
              </a:solidFill>
            </a:endParaRPr>
          </a:p>
        </p:txBody>
      </p:sp>
      <p:grpSp>
        <p:nvGrpSpPr>
          <p:cNvPr id="67" name="Group 66">
            <a:extLst>
              <a:ext uri="{FF2B5EF4-FFF2-40B4-BE49-F238E27FC236}">
                <a16:creationId xmlns:a16="http://schemas.microsoft.com/office/drawing/2014/main" id="{0FA24A92-2D9D-04E6-ED0E-8E49878579CB}"/>
              </a:ext>
            </a:extLst>
          </p:cNvPr>
          <p:cNvGrpSpPr/>
          <p:nvPr/>
        </p:nvGrpSpPr>
        <p:grpSpPr>
          <a:xfrm>
            <a:off x="2946312" y="2923992"/>
            <a:ext cx="648776" cy="561690"/>
            <a:chOff x="3904884" y="4179013"/>
            <a:chExt cx="720000" cy="720000"/>
          </a:xfrm>
        </p:grpSpPr>
        <p:sp>
          <p:nvSpPr>
            <p:cNvPr id="68" name="Oval 67">
              <a:extLst>
                <a:ext uri="{FF2B5EF4-FFF2-40B4-BE49-F238E27FC236}">
                  <a16:creationId xmlns:a16="http://schemas.microsoft.com/office/drawing/2014/main" id="{314702E9-876F-B5DF-43CA-EF0682EDA379}"/>
                </a:ext>
              </a:extLst>
            </p:cNvPr>
            <p:cNvSpPr/>
            <p:nvPr/>
          </p:nvSpPr>
          <p:spPr>
            <a:xfrm>
              <a:off x="3904884" y="4179013"/>
              <a:ext cx="720000" cy="720000"/>
            </a:xfrm>
            <a:prstGeom prst="ellipse">
              <a:avLst/>
            </a:prstGeom>
            <a:solidFill>
              <a:schemeClr val="bg1">
                <a:lumMod val="95000"/>
              </a:schemeClr>
            </a:solidFill>
            <a:ln w="9525">
              <a:solidFill>
                <a:schemeClr val="bg2">
                  <a:lumMod val="9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defRPr/>
              </a:pPr>
              <a:endParaRPr lang="en-GB" sz="1050" noProof="0">
                <a:solidFill>
                  <a:prstClr val="black"/>
                </a:solidFill>
                <a:latin typeface="Ubuntu"/>
              </a:endParaRPr>
            </a:p>
          </p:txBody>
        </p:sp>
        <p:pic>
          <p:nvPicPr>
            <p:cNvPr id="69" name="Picture 68">
              <a:extLst>
                <a:ext uri="{FF2B5EF4-FFF2-40B4-BE49-F238E27FC236}">
                  <a16:creationId xmlns:a16="http://schemas.microsoft.com/office/drawing/2014/main" id="{69CCA1A6-0A51-625C-61C8-8647E4C52F83}"/>
                </a:ext>
              </a:extLst>
            </p:cNvPr>
            <p:cNvPicPr>
              <a:picLocks noChangeAspect="1"/>
            </p:cNvPicPr>
            <p:nvPr/>
          </p:nvPicPr>
          <p:blipFill>
            <a:blip r:embed="rId2"/>
            <a:stretch>
              <a:fillRect/>
            </a:stretch>
          </p:blipFill>
          <p:spPr>
            <a:xfrm>
              <a:off x="3954068" y="4189228"/>
              <a:ext cx="634621" cy="634621"/>
            </a:xfrm>
            <a:prstGeom prst="rect">
              <a:avLst/>
            </a:prstGeom>
          </p:spPr>
        </p:pic>
      </p:grpSp>
      <p:sp>
        <p:nvSpPr>
          <p:cNvPr id="70" name="ZoneTexte 40">
            <a:extLst>
              <a:ext uri="{FF2B5EF4-FFF2-40B4-BE49-F238E27FC236}">
                <a16:creationId xmlns:a16="http://schemas.microsoft.com/office/drawing/2014/main" id="{8481D4B7-10D6-CC49-56CC-B2F0469A769C}"/>
              </a:ext>
            </a:extLst>
          </p:cNvPr>
          <p:cNvSpPr txBox="1"/>
          <p:nvPr/>
        </p:nvSpPr>
        <p:spPr>
          <a:xfrm>
            <a:off x="2528499" y="2326990"/>
            <a:ext cx="2233096" cy="553879"/>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68521" tIns="68521" rIns="68521" bIns="68521" numCol="1" spcCol="76207" rtlCol="0" anchor="t">
            <a:spAutoFit/>
          </a:bodyPr>
          <a:lstStyle/>
          <a:p>
            <a:pPr marL="228600" indent="-228600" defTabSz="685115">
              <a:buAutoNum type="arabicPeriod"/>
              <a:defRPr/>
            </a:pPr>
            <a:r>
              <a:rPr lang="en-GB" sz="650">
                <a:solidFill>
                  <a:prstClr val="black"/>
                </a:solidFill>
                <a:latin typeface="Verdana"/>
                <a:ea typeface="Verdana"/>
              </a:rPr>
              <a:t>Monitor equipment data and predict maintenance or faults</a:t>
            </a:r>
            <a:endParaRPr lang="en-US">
              <a:solidFill>
                <a:prstClr val="black"/>
              </a:solidFill>
              <a:latin typeface="Ubuntu"/>
              <a:ea typeface="Verdana"/>
            </a:endParaRPr>
          </a:p>
          <a:p>
            <a:pPr marL="228600" indent="-228600" defTabSz="685115">
              <a:buAutoNum type="arabicPeriod"/>
              <a:defRPr/>
            </a:pPr>
            <a:r>
              <a:rPr lang="en-GB" sz="700">
                <a:solidFill>
                  <a:prstClr val="black"/>
                </a:solidFill>
                <a:latin typeface="Verdana"/>
                <a:ea typeface="Verdana"/>
              </a:rPr>
              <a:t>Triage the severity/priority</a:t>
            </a:r>
          </a:p>
          <a:p>
            <a:pPr marL="228600" indent="-228600" defTabSz="685115">
              <a:buAutoNum type="arabicPeriod"/>
              <a:defRPr/>
            </a:pPr>
            <a:r>
              <a:rPr lang="en-GB" sz="700">
                <a:solidFill>
                  <a:prstClr val="black"/>
                </a:solidFill>
                <a:latin typeface="Verdana"/>
                <a:ea typeface="Verdana"/>
              </a:rPr>
              <a:t>Alert triggered </a:t>
            </a:r>
          </a:p>
        </p:txBody>
      </p:sp>
      <p:grpSp>
        <p:nvGrpSpPr>
          <p:cNvPr id="72" name="Group 71">
            <a:extLst>
              <a:ext uri="{FF2B5EF4-FFF2-40B4-BE49-F238E27FC236}">
                <a16:creationId xmlns:a16="http://schemas.microsoft.com/office/drawing/2014/main" id="{720971EE-36AA-713F-A777-CDF00EA0A12B}"/>
              </a:ext>
            </a:extLst>
          </p:cNvPr>
          <p:cNvGrpSpPr/>
          <p:nvPr/>
        </p:nvGrpSpPr>
        <p:grpSpPr>
          <a:xfrm>
            <a:off x="6679480" y="2372515"/>
            <a:ext cx="352203" cy="369925"/>
            <a:chOff x="3904884" y="4179013"/>
            <a:chExt cx="720000" cy="720000"/>
          </a:xfrm>
        </p:grpSpPr>
        <p:sp>
          <p:nvSpPr>
            <p:cNvPr id="73" name="Oval 72">
              <a:extLst>
                <a:ext uri="{FF2B5EF4-FFF2-40B4-BE49-F238E27FC236}">
                  <a16:creationId xmlns:a16="http://schemas.microsoft.com/office/drawing/2014/main" id="{A237CEB2-7F32-BBC4-3CE8-2DE868FC5825}"/>
                </a:ext>
              </a:extLst>
            </p:cNvPr>
            <p:cNvSpPr/>
            <p:nvPr/>
          </p:nvSpPr>
          <p:spPr>
            <a:xfrm>
              <a:off x="3904884" y="4179013"/>
              <a:ext cx="720000" cy="720000"/>
            </a:xfrm>
            <a:prstGeom prst="ellipse">
              <a:avLst/>
            </a:prstGeom>
            <a:solidFill>
              <a:schemeClr val="bg1">
                <a:lumMod val="95000"/>
              </a:schemeClr>
            </a:solidFill>
            <a:ln w="19050">
              <a:solidFill>
                <a:srgbClr val="FFB24A"/>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defRPr/>
              </a:pPr>
              <a:endParaRPr lang="en-GB" sz="1050" noProof="0">
                <a:solidFill>
                  <a:prstClr val="black"/>
                </a:solidFill>
                <a:latin typeface="Ubuntu"/>
              </a:endParaRPr>
            </a:p>
          </p:txBody>
        </p:sp>
        <p:pic>
          <p:nvPicPr>
            <p:cNvPr id="74" name="Picture 73">
              <a:extLst>
                <a:ext uri="{FF2B5EF4-FFF2-40B4-BE49-F238E27FC236}">
                  <a16:creationId xmlns:a16="http://schemas.microsoft.com/office/drawing/2014/main" id="{B860BA3D-74A3-9340-77C3-2A24332BD9B2}"/>
                </a:ext>
              </a:extLst>
            </p:cNvPr>
            <p:cNvPicPr>
              <a:picLocks noChangeAspect="1"/>
            </p:cNvPicPr>
            <p:nvPr/>
          </p:nvPicPr>
          <p:blipFill>
            <a:blip r:embed="rId2"/>
            <a:stretch>
              <a:fillRect/>
            </a:stretch>
          </p:blipFill>
          <p:spPr>
            <a:xfrm>
              <a:off x="3954068" y="4189228"/>
              <a:ext cx="634621" cy="634621"/>
            </a:xfrm>
            <a:prstGeom prst="rect">
              <a:avLst/>
            </a:prstGeom>
          </p:spPr>
        </p:pic>
      </p:grpSp>
      <p:grpSp>
        <p:nvGrpSpPr>
          <p:cNvPr id="80" name="Group 79">
            <a:extLst>
              <a:ext uri="{FF2B5EF4-FFF2-40B4-BE49-F238E27FC236}">
                <a16:creationId xmlns:a16="http://schemas.microsoft.com/office/drawing/2014/main" id="{03895555-E3AE-96D9-974A-34008EDBB009}"/>
              </a:ext>
            </a:extLst>
          </p:cNvPr>
          <p:cNvGrpSpPr/>
          <p:nvPr/>
        </p:nvGrpSpPr>
        <p:grpSpPr>
          <a:xfrm>
            <a:off x="5553267" y="3052542"/>
            <a:ext cx="361064" cy="347772"/>
            <a:chOff x="3904884" y="4179013"/>
            <a:chExt cx="720000" cy="720000"/>
          </a:xfrm>
        </p:grpSpPr>
        <p:sp>
          <p:nvSpPr>
            <p:cNvPr id="81" name="Oval 80">
              <a:extLst>
                <a:ext uri="{FF2B5EF4-FFF2-40B4-BE49-F238E27FC236}">
                  <a16:creationId xmlns:a16="http://schemas.microsoft.com/office/drawing/2014/main" id="{0549A13E-FE33-2050-D9A3-3F6E4F5DB5AA}"/>
                </a:ext>
              </a:extLst>
            </p:cNvPr>
            <p:cNvSpPr/>
            <p:nvPr/>
          </p:nvSpPr>
          <p:spPr>
            <a:xfrm>
              <a:off x="3904884" y="4179013"/>
              <a:ext cx="720000" cy="720000"/>
            </a:xfrm>
            <a:prstGeom prst="ellipse">
              <a:avLst/>
            </a:prstGeom>
            <a:solidFill>
              <a:schemeClr val="bg1">
                <a:lumMod val="95000"/>
              </a:schemeClr>
            </a:solidFill>
            <a:ln w="19050">
              <a:solidFill>
                <a:srgbClr val="FFB24A"/>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defRPr/>
              </a:pPr>
              <a:endParaRPr lang="en-GB" sz="1050" noProof="0">
                <a:solidFill>
                  <a:prstClr val="black"/>
                </a:solidFill>
                <a:latin typeface="Ubuntu"/>
              </a:endParaRPr>
            </a:p>
          </p:txBody>
        </p:sp>
        <p:pic>
          <p:nvPicPr>
            <p:cNvPr id="82" name="Picture 81">
              <a:extLst>
                <a:ext uri="{FF2B5EF4-FFF2-40B4-BE49-F238E27FC236}">
                  <a16:creationId xmlns:a16="http://schemas.microsoft.com/office/drawing/2014/main" id="{5A540298-C675-1049-50AA-86A55F90362D}"/>
                </a:ext>
              </a:extLst>
            </p:cNvPr>
            <p:cNvPicPr>
              <a:picLocks noChangeAspect="1"/>
            </p:cNvPicPr>
            <p:nvPr/>
          </p:nvPicPr>
          <p:blipFill>
            <a:blip r:embed="rId2"/>
            <a:stretch>
              <a:fillRect/>
            </a:stretch>
          </p:blipFill>
          <p:spPr>
            <a:xfrm>
              <a:off x="3954068" y="4189228"/>
              <a:ext cx="634621" cy="634621"/>
            </a:xfrm>
            <a:prstGeom prst="rect">
              <a:avLst/>
            </a:prstGeom>
          </p:spPr>
        </p:pic>
      </p:grpSp>
      <p:sp>
        <p:nvSpPr>
          <p:cNvPr id="86" name="Rectangle 85">
            <a:extLst>
              <a:ext uri="{FF2B5EF4-FFF2-40B4-BE49-F238E27FC236}">
                <a16:creationId xmlns:a16="http://schemas.microsoft.com/office/drawing/2014/main" id="{3C973F30-E9C2-8CC5-5DD9-346B35AC5183}"/>
              </a:ext>
            </a:extLst>
          </p:cNvPr>
          <p:cNvSpPr/>
          <p:nvPr/>
        </p:nvSpPr>
        <p:spPr>
          <a:xfrm>
            <a:off x="4595267" y="1523190"/>
            <a:ext cx="1836953" cy="148353"/>
          </a:xfrm>
          <a:prstGeom prst="rect">
            <a:avLst/>
          </a:prstGeom>
          <a:solidFill>
            <a:schemeClr val="bg1">
              <a:lumMod val="9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GB" sz="800" b="1">
                <a:solidFill>
                  <a:schemeClr val="tx1"/>
                </a:solidFill>
              </a:rPr>
              <a:t>Monitor and predicts faults </a:t>
            </a:r>
            <a:endParaRPr lang="en-GB" sz="800" b="1" noProof="0">
              <a:solidFill>
                <a:schemeClr val="tx1"/>
              </a:solidFill>
            </a:endParaRPr>
          </a:p>
        </p:txBody>
      </p:sp>
      <p:sp>
        <p:nvSpPr>
          <p:cNvPr id="98" name="ZoneTexte 40">
            <a:extLst>
              <a:ext uri="{FF2B5EF4-FFF2-40B4-BE49-F238E27FC236}">
                <a16:creationId xmlns:a16="http://schemas.microsoft.com/office/drawing/2014/main" id="{42D83187-F528-7182-BC28-83A4FABD32CE}"/>
              </a:ext>
            </a:extLst>
          </p:cNvPr>
          <p:cNvSpPr txBox="1"/>
          <p:nvPr/>
        </p:nvSpPr>
        <p:spPr>
          <a:xfrm>
            <a:off x="6412604" y="3387315"/>
            <a:ext cx="756791" cy="33843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68521" tIns="68521" rIns="68521" bIns="68521" numCol="1" spcCol="76207" rtlCol="0" anchor="t">
            <a:spAutoFit/>
          </a:bodyPr>
          <a:lstStyle/>
          <a:p>
            <a:pPr algn="ctr" defTabSz="685115">
              <a:defRPr/>
            </a:pPr>
            <a:r>
              <a:rPr lang="en-GB" sz="650">
                <a:solidFill>
                  <a:prstClr val="black"/>
                </a:solidFill>
                <a:latin typeface="Verdana"/>
                <a:ea typeface="Verdana"/>
              </a:rPr>
              <a:t>Generate work ticket</a:t>
            </a:r>
          </a:p>
        </p:txBody>
      </p:sp>
      <p:cxnSp>
        <p:nvCxnSpPr>
          <p:cNvPr id="117" name="Straight Connector 116">
            <a:extLst>
              <a:ext uri="{FF2B5EF4-FFF2-40B4-BE49-F238E27FC236}">
                <a16:creationId xmlns:a16="http://schemas.microsoft.com/office/drawing/2014/main" id="{8E5D9EC6-69EA-E735-E907-C7F7FD2328F4}"/>
              </a:ext>
            </a:extLst>
          </p:cNvPr>
          <p:cNvCxnSpPr>
            <a:cxnSpLocks/>
          </p:cNvCxnSpPr>
          <p:nvPr/>
        </p:nvCxnSpPr>
        <p:spPr>
          <a:xfrm>
            <a:off x="3639657" y="3225930"/>
            <a:ext cx="1919721" cy="5442"/>
          </a:xfrm>
          <a:prstGeom prst="line">
            <a:avLst/>
          </a:prstGeom>
          <a:ln w="12700">
            <a:solidFill>
              <a:schemeClr val="bg1">
                <a:lumMod val="6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122" name="TextBox 121">
            <a:extLst>
              <a:ext uri="{FF2B5EF4-FFF2-40B4-BE49-F238E27FC236}">
                <a16:creationId xmlns:a16="http://schemas.microsoft.com/office/drawing/2014/main" id="{01517847-C0AA-EBBE-645B-842D7B04EED9}"/>
              </a:ext>
            </a:extLst>
          </p:cNvPr>
          <p:cNvSpPr txBox="1"/>
          <p:nvPr/>
        </p:nvSpPr>
        <p:spPr>
          <a:xfrm>
            <a:off x="5195010" y="2599648"/>
            <a:ext cx="1052783" cy="394596"/>
          </a:xfrm>
          <a:prstGeom prst="rect">
            <a:avLst/>
          </a:prstGeom>
          <a:noFill/>
        </p:spPr>
        <p:txBody>
          <a:bodyPr rot="0" spcFirstLastPara="0" vertOverflow="overflow" horzOverflow="overflow" vert="horz" wrap="square" lIns="90000" tIns="46800" rIns="90000" bIns="46800" numCol="1" spcCol="0" rtlCol="0" fromWordArt="0" anchor="ctr" anchorCtr="0" forceAA="0" compatLnSpc="1">
            <a:prstTxWarp prst="textNoShape">
              <a:avLst/>
            </a:prstTxWarp>
            <a:spAutoFit/>
          </a:bodyPr>
          <a:lstStyle/>
          <a:p>
            <a:pPr algn="ctr" rtl="0"/>
            <a:r>
              <a:rPr lang="en-GB" sz="650">
                <a:latin typeface="Verdana"/>
                <a:ea typeface="Segoe UI"/>
                <a:cs typeface="Segoe UI"/>
              </a:rPr>
              <a:t>​</a:t>
            </a:r>
          </a:p>
          <a:p>
            <a:pPr algn="ctr"/>
            <a:r>
              <a:rPr lang="en-GB" sz="650" baseline="0">
                <a:latin typeface="Verdana"/>
                <a:ea typeface="Segoe UI"/>
                <a:cs typeface="Segoe UI"/>
              </a:rPr>
              <a:t>Human In the Loop: </a:t>
            </a:r>
            <a:r>
              <a:rPr lang="en-GB" sz="650">
                <a:latin typeface="Verdana"/>
                <a:ea typeface="Segoe UI"/>
                <a:cs typeface="Segoe UI"/>
              </a:rPr>
              <a:t>Reviews Alert </a:t>
            </a:r>
          </a:p>
        </p:txBody>
      </p:sp>
      <p:cxnSp>
        <p:nvCxnSpPr>
          <p:cNvPr id="115" name="Straight Connector 114">
            <a:extLst>
              <a:ext uri="{FF2B5EF4-FFF2-40B4-BE49-F238E27FC236}">
                <a16:creationId xmlns:a16="http://schemas.microsoft.com/office/drawing/2014/main" id="{25677249-EB47-EA08-8478-07569A60F776}"/>
              </a:ext>
            </a:extLst>
          </p:cNvPr>
          <p:cNvCxnSpPr>
            <a:cxnSpLocks/>
            <a:stCxn id="254" idx="3"/>
            <a:endCxn id="18" idx="2"/>
          </p:cNvCxnSpPr>
          <p:nvPr/>
        </p:nvCxnSpPr>
        <p:spPr>
          <a:xfrm>
            <a:off x="7018650" y="3225929"/>
            <a:ext cx="892265" cy="3518"/>
          </a:xfrm>
          <a:prstGeom prst="line">
            <a:avLst/>
          </a:prstGeom>
          <a:ln w="12700">
            <a:solidFill>
              <a:srgbClr val="92D050"/>
            </a:solidFill>
            <a:prstDash val="dash"/>
          </a:ln>
        </p:spPr>
        <p:style>
          <a:lnRef idx="1">
            <a:schemeClr val="accent1"/>
          </a:lnRef>
          <a:fillRef idx="0">
            <a:schemeClr val="accent1"/>
          </a:fillRef>
          <a:effectRef idx="0">
            <a:schemeClr val="accent1"/>
          </a:effectRef>
          <a:fontRef idx="minor">
            <a:schemeClr val="tx1"/>
          </a:fontRef>
        </p:style>
      </p:cxnSp>
      <p:sp>
        <p:nvSpPr>
          <p:cNvPr id="116" name="ZoneTexte 40">
            <a:extLst>
              <a:ext uri="{FF2B5EF4-FFF2-40B4-BE49-F238E27FC236}">
                <a16:creationId xmlns:a16="http://schemas.microsoft.com/office/drawing/2014/main" id="{67D0DE91-A062-F83B-85BD-AE5FC6AFBBA8}"/>
              </a:ext>
            </a:extLst>
          </p:cNvPr>
          <p:cNvSpPr txBox="1"/>
          <p:nvPr/>
        </p:nvSpPr>
        <p:spPr>
          <a:xfrm>
            <a:off x="6952763" y="2357582"/>
            <a:ext cx="922338" cy="538490"/>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68521" tIns="68521" rIns="68521" bIns="68521" numCol="1" spcCol="76207" rtlCol="0" anchor="t">
            <a:spAutoFit/>
          </a:bodyPr>
          <a:lstStyle/>
          <a:p>
            <a:pPr algn="ctr" defTabSz="685115">
              <a:defRPr/>
            </a:pPr>
            <a:r>
              <a:rPr lang="en-GB" sz="650">
                <a:solidFill>
                  <a:prstClr val="black"/>
                </a:solidFill>
                <a:latin typeface="Verdana"/>
                <a:ea typeface="Verdana"/>
              </a:rPr>
              <a:t>Human in the loop: reviews complex or unclear alerts </a:t>
            </a:r>
            <a:endParaRPr lang="en-GB" sz="650" noProof="0">
              <a:solidFill>
                <a:prstClr val="black"/>
              </a:solidFill>
              <a:latin typeface="Verdana"/>
              <a:ea typeface="Verdana"/>
            </a:endParaRPr>
          </a:p>
        </p:txBody>
      </p:sp>
      <p:sp>
        <p:nvSpPr>
          <p:cNvPr id="9" name="ZoneTexte 40">
            <a:extLst>
              <a:ext uri="{FF2B5EF4-FFF2-40B4-BE49-F238E27FC236}">
                <a16:creationId xmlns:a16="http://schemas.microsoft.com/office/drawing/2014/main" id="{0DF15608-88C0-C463-9696-B997E66B1563}"/>
              </a:ext>
            </a:extLst>
          </p:cNvPr>
          <p:cNvSpPr txBox="1"/>
          <p:nvPr/>
        </p:nvSpPr>
        <p:spPr>
          <a:xfrm>
            <a:off x="6333430" y="2186460"/>
            <a:ext cx="1052210" cy="238408"/>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68521" tIns="68521" rIns="68521" bIns="68521" numCol="1" spcCol="76207" rtlCol="0" anchor="t">
            <a:spAutoFit/>
          </a:bodyPr>
          <a:lstStyle/>
          <a:p>
            <a:pPr algn="ctr" defTabSz="685115">
              <a:defRPr/>
            </a:pPr>
            <a:r>
              <a:rPr lang="en-GB" sz="650">
                <a:solidFill>
                  <a:prstClr val="black"/>
                </a:solidFill>
                <a:latin typeface="Verdana"/>
              </a:rPr>
              <a:t>Secondary reviewer</a:t>
            </a:r>
            <a:endParaRPr lang="en-GB" sz="650">
              <a:solidFill>
                <a:prstClr val="black"/>
              </a:solidFill>
              <a:latin typeface="Verdana"/>
              <a:ea typeface="Verdana"/>
            </a:endParaRPr>
          </a:p>
        </p:txBody>
      </p:sp>
      <p:sp>
        <p:nvSpPr>
          <p:cNvPr id="18" name="Oval 17">
            <a:extLst>
              <a:ext uri="{FF2B5EF4-FFF2-40B4-BE49-F238E27FC236}">
                <a16:creationId xmlns:a16="http://schemas.microsoft.com/office/drawing/2014/main" id="{E891EB58-7481-FF99-1959-E24F245003A5}"/>
              </a:ext>
            </a:extLst>
          </p:cNvPr>
          <p:cNvSpPr/>
          <p:nvPr/>
        </p:nvSpPr>
        <p:spPr>
          <a:xfrm>
            <a:off x="7910915" y="3052001"/>
            <a:ext cx="354891" cy="354892"/>
          </a:xfrm>
          <a:prstGeom prst="ellipse">
            <a:avLst/>
          </a:prstGeom>
          <a:noFill/>
          <a:ln w="19050">
            <a:solidFill>
              <a:schemeClr val="accent2">
                <a:lumMod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1400" noProof="0">
              <a:solidFill>
                <a:schemeClr val="tx1"/>
              </a:solidFill>
            </a:endParaRPr>
          </a:p>
        </p:txBody>
      </p:sp>
      <p:sp>
        <p:nvSpPr>
          <p:cNvPr id="20" name="Arrow: U-Turn 19">
            <a:extLst>
              <a:ext uri="{FF2B5EF4-FFF2-40B4-BE49-F238E27FC236}">
                <a16:creationId xmlns:a16="http://schemas.microsoft.com/office/drawing/2014/main" id="{3723BCFA-7996-4AD7-F20D-30A734FFA455}"/>
              </a:ext>
            </a:extLst>
          </p:cNvPr>
          <p:cNvSpPr/>
          <p:nvPr/>
        </p:nvSpPr>
        <p:spPr>
          <a:xfrm flipH="1">
            <a:off x="3174643" y="2048333"/>
            <a:ext cx="3646553" cy="205725"/>
          </a:xfrm>
          <a:prstGeom prst="uturnArrow">
            <a:avLst>
              <a:gd name="adj1" fmla="val 25000"/>
              <a:gd name="adj2" fmla="val 25000"/>
              <a:gd name="adj3" fmla="val 25000"/>
              <a:gd name="adj4" fmla="val 43750"/>
              <a:gd name="adj5" fmla="val 84080"/>
            </a:avLst>
          </a:prstGeom>
          <a:solidFill>
            <a:srgbClr val="C00000"/>
          </a:solidFill>
          <a:ln/>
        </p:spPr>
        <p:style>
          <a:lnRef idx="2">
            <a:schemeClr val="accent6"/>
          </a:lnRef>
          <a:fillRef idx="1">
            <a:schemeClr val="lt1"/>
          </a:fillRef>
          <a:effectRef idx="0">
            <a:schemeClr val="accent6"/>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1400" err="1">
              <a:solidFill>
                <a:schemeClr val="tx1"/>
              </a:solidFill>
            </a:endParaRPr>
          </a:p>
        </p:txBody>
      </p:sp>
      <p:sp>
        <p:nvSpPr>
          <p:cNvPr id="162" name="TextBox 161">
            <a:extLst>
              <a:ext uri="{FF2B5EF4-FFF2-40B4-BE49-F238E27FC236}">
                <a16:creationId xmlns:a16="http://schemas.microsoft.com/office/drawing/2014/main" id="{5997A711-C3F2-ED12-9133-E91DF3C4310C}"/>
              </a:ext>
            </a:extLst>
          </p:cNvPr>
          <p:cNvSpPr txBox="1"/>
          <p:nvPr/>
        </p:nvSpPr>
        <p:spPr>
          <a:xfrm>
            <a:off x="1781844" y="1693196"/>
            <a:ext cx="668023" cy="230832"/>
          </a:xfrm>
          <a:prstGeom prst="rect">
            <a:avLst/>
          </a:prstGeom>
          <a:noFill/>
        </p:spPr>
        <p:txBody>
          <a:bodyPr wrap="square" lIns="91440" tIns="45720" rIns="91440" bIns="45720" anchor="t">
            <a:spAutoFit/>
          </a:bodyPr>
          <a:lstStyle/>
          <a:p>
            <a:r>
              <a:rPr lang="en-GB" sz="900" b="1">
                <a:solidFill>
                  <a:prstClr val="black"/>
                </a:solidFill>
              </a:rPr>
              <a:t>Phase 1</a:t>
            </a:r>
            <a:endParaRPr lang="en-GB" sz="900" i="1" noProof="0">
              <a:solidFill>
                <a:prstClr val="black"/>
              </a:solidFill>
            </a:endParaRPr>
          </a:p>
        </p:txBody>
      </p:sp>
      <p:cxnSp>
        <p:nvCxnSpPr>
          <p:cNvPr id="247" name="Straight Connector 246">
            <a:extLst>
              <a:ext uri="{FF2B5EF4-FFF2-40B4-BE49-F238E27FC236}">
                <a16:creationId xmlns:a16="http://schemas.microsoft.com/office/drawing/2014/main" id="{156D4D72-3599-6ADF-33B0-59855F5276AD}"/>
              </a:ext>
            </a:extLst>
          </p:cNvPr>
          <p:cNvCxnSpPr>
            <a:cxnSpLocks/>
          </p:cNvCxnSpPr>
          <p:nvPr/>
        </p:nvCxnSpPr>
        <p:spPr>
          <a:xfrm flipH="1" flipV="1">
            <a:off x="6850138" y="2617255"/>
            <a:ext cx="9727" cy="529895"/>
          </a:xfrm>
          <a:prstGeom prst="line">
            <a:avLst/>
          </a:prstGeom>
          <a:ln w="12700">
            <a:solidFill>
              <a:schemeClr val="bg1">
                <a:lumMod val="65000"/>
              </a:schemeClr>
            </a:solidFill>
            <a:prstDash val="sysDash"/>
          </a:ln>
        </p:spPr>
        <p:style>
          <a:lnRef idx="1">
            <a:schemeClr val="accent1"/>
          </a:lnRef>
          <a:fillRef idx="0">
            <a:schemeClr val="accent1"/>
          </a:fillRef>
          <a:effectRef idx="0">
            <a:schemeClr val="accent1"/>
          </a:effectRef>
          <a:fontRef idx="minor">
            <a:schemeClr val="tx1"/>
          </a:fontRef>
        </p:style>
      </p:cxnSp>
      <p:grpSp>
        <p:nvGrpSpPr>
          <p:cNvPr id="252" name="Group 251">
            <a:extLst>
              <a:ext uri="{FF2B5EF4-FFF2-40B4-BE49-F238E27FC236}">
                <a16:creationId xmlns:a16="http://schemas.microsoft.com/office/drawing/2014/main" id="{DB035C1B-0CAD-29C3-8834-D14580711DFB}"/>
              </a:ext>
            </a:extLst>
          </p:cNvPr>
          <p:cNvGrpSpPr/>
          <p:nvPr/>
        </p:nvGrpSpPr>
        <p:grpSpPr>
          <a:xfrm>
            <a:off x="6717812" y="3081835"/>
            <a:ext cx="316762" cy="316762"/>
            <a:chOff x="3904884" y="4179013"/>
            <a:chExt cx="720000" cy="720000"/>
          </a:xfrm>
        </p:grpSpPr>
        <p:sp>
          <p:nvSpPr>
            <p:cNvPr id="253" name="Oval 252">
              <a:extLst>
                <a:ext uri="{FF2B5EF4-FFF2-40B4-BE49-F238E27FC236}">
                  <a16:creationId xmlns:a16="http://schemas.microsoft.com/office/drawing/2014/main" id="{0C2C3680-1B56-B06F-66C4-B4540C2A8209}"/>
                </a:ext>
              </a:extLst>
            </p:cNvPr>
            <p:cNvSpPr/>
            <p:nvPr/>
          </p:nvSpPr>
          <p:spPr>
            <a:xfrm>
              <a:off x="3904884" y="4179013"/>
              <a:ext cx="720000" cy="720000"/>
            </a:xfrm>
            <a:prstGeom prst="ellipse">
              <a:avLst/>
            </a:prstGeom>
            <a:solidFill>
              <a:srgbClr val="FFFFFF">
                <a:lumMod val="95000"/>
              </a:srgbClr>
            </a:solidFill>
            <a:ln w="9525" cap="flat" cmpd="sng" algn="ctr">
              <a:solidFill>
                <a:srgbClr val="ECECEC">
                  <a:lumMod val="90000"/>
                </a:srgbClr>
              </a:solidFill>
              <a:prstDash val="solid"/>
              <a:miter lim="800000"/>
            </a:ln>
            <a:effectLst/>
          </p:spPr>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GB" sz="1050" b="0" i="0" u="none" strike="noStrike" kern="0" cap="none" spc="0" normalizeH="0" baseline="0" noProof="0">
                <a:ln>
                  <a:noFill/>
                </a:ln>
                <a:solidFill>
                  <a:prstClr val="black"/>
                </a:solidFill>
                <a:effectLst/>
                <a:uLnTx/>
                <a:uFillTx/>
                <a:ea typeface="+mn-ea"/>
                <a:cs typeface="+mn-cs"/>
              </a:endParaRPr>
            </a:p>
          </p:txBody>
        </p:sp>
        <p:pic>
          <p:nvPicPr>
            <p:cNvPr id="254" name="Picture 253">
              <a:extLst>
                <a:ext uri="{FF2B5EF4-FFF2-40B4-BE49-F238E27FC236}">
                  <a16:creationId xmlns:a16="http://schemas.microsoft.com/office/drawing/2014/main" id="{14F4310B-AEBA-0467-535C-4B1738B2AD2F}"/>
                </a:ext>
              </a:extLst>
            </p:cNvPr>
            <p:cNvPicPr>
              <a:picLocks noChangeAspect="1"/>
            </p:cNvPicPr>
            <p:nvPr/>
          </p:nvPicPr>
          <p:blipFill>
            <a:blip r:embed="rId2"/>
            <a:stretch>
              <a:fillRect/>
            </a:stretch>
          </p:blipFill>
          <p:spPr>
            <a:xfrm>
              <a:off x="3954068" y="4189228"/>
              <a:ext cx="634621" cy="634621"/>
            </a:xfrm>
            <a:prstGeom prst="rect">
              <a:avLst/>
            </a:prstGeom>
          </p:spPr>
        </p:pic>
      </p:grpSp>
      <p:sp>
        <p:nvSpPr>
          <p:cNvPr id="267" name="ZoneTexte 40">
            <a:extLst>
              <a:ext uri="{FF2B5EF4-FFF2-40B4-BE49-F238E27FC236}">
                <a16:creationId xmlns:a16="http://schemas.microsoft.com/office/drawing/2014/main" id="{42E032D8-E6C9-B290-4BD9-59097C6BF596}"/>
              </a:ext>
            </a:extLst>
          </p:cNvPr>
          <p:cNvSpPr txBox="1"/>
          <p:nvPr/>
        </p:nvSpPr>
        <p:spPr>
          <a:xfrm>
            <a:off x="7714076" y="2833682"/>
            <a:ext cx="756791" cy="238408"/>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68521" tIns="68521" rIns="68521" bIns="68521" numCol="1" spcCol="76207" rtlCol="0" anchor="t">
            <a:spAutoFit/>
          </a:bodyPr>
          <a:lstStyle/>
          <a:p>
            <a:pPr algn="ctr" defTabSz="685115">
              <a:defRPr/>
            </a:pPr>
            <a:r>
              <a:rPr lang="en-GB" sz="650">
                <a:solidFill>
                  <a:prstClr val="black"/>
                </a:solidFill>
                <a:latin typeface="Verdana"/>
                <a:ea typeface="Verdana"/>
              </a:rPr>
              <a:t>Work ticket</a:t>
            </a:r>
          </a:p>
        </p:txBody>
      </p:sp>
      <p:sp>
        <p:nvSpPr>
          <p:cNvPr id="276" name="Rectangle 275">
            <a:extLst>
              <a:ext uri="{FF2B5EF4-FFF2-40B4-BE49-F238E27FC236}">
                <a16:creationId xmlns:a16="http://schemas.microsoft.com/office/drawing/2014/main" id="{70FA46FF-D070-83EA-995A-B9166D5A7529}"/>
              </a:ext>
            </a:extLst>
          </p:cNvPr>
          <p:cNvSpPr/>
          <p:nvPr/>
        </p:nvSpPr>
        <p:spPr>
          <a:xfrm>
            <a:off x="1319676" y="1990387"/>
            <a:ext cx="1017979" cy="130443"/>
          </a:xfrm>
          <a:prstGeom prst="rect">
            <a:avLst/>
          </a:prstGeom>
          <a:solidFill>
            <a:schemeClr val="bg1">
              <a:lumMod val="9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GB" sz="800" noProof="0">
                <a:solidFill>
                  <a:schemeClr val="tx1"/>
                </a:solidFill>
              </a:rPr>
              <a:t>Inbound Channels</a:t>
            </a:r>
          </a:p>
        </p:txBody>
      </p:sp>
    </p:spTree>
    <p:extLst>
      <p:ext uri="{BB962C8B-B14F-4D97-AF65-F5344CB8AC3E}">
        <p14:creationId xmlns:p14="http://schemas.microsoft.com/office/powerpoint/2010/main" val="28483684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261C36-0791-9E28-DA0A-A73ECB286D05}"/>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4154031F-C881-FF81-1260-C0A7B5ECB25F}"/>
              </a:ext>
            </a:extLst>
          </p:cNvPr>
          <p:cNvSpPr>
            <a:spLocks noGrp="1"/>
          </p:cNvSpPr>
          <p:nvPr>
            <p:ph type="dt" sz="half" idx="10"/>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E8B739CB-A01E-139C-0B93-2CDF2D508938}"/>
              </a:ext>
            </a:extLst>
          </p:cNvPr>
          <p:cNvSpPr>
            <a:spLocks noGrp="1"/>
          </p:cNvSpPr>
          <p:nvPr>
            <p:ph type="ftr" sz="quarter" idx="11"/>
          </p:nvPr>
        </p:nvSpPr>
        <p:spPr>
          <a:xfrm>
            <a:off x="99308" y="6650661"/>
            <a:ext cx="4716524" cy="123111"/>
          </a:xfrm>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8C53CD1F-AD29-A7C2-B4E2-A500AF97D050}"/>
              </a:ext>
            </a:extLst>
          </p:cNvPr>
          <p:cNvSpPr>
            <a:spLocks noGrp="1"/>
          </p:cNvSpPr>
          <p:nvPr>
            <p:ph type="sldNum" sz="quarter" idx="12"/>
          </p:nvPr>
        </p:nvSpPr>
        <p:spPr/>
        <p:txBody>
          <a:bodyPr/>
          <a:lstStyle/>
          <a:p>
            <a:pPr algn="r"/>
            <a:fld id="{5D9A5160-6218-4E5A-B9E6-B93E3DAE377C}" type="slidenum">
              <a:rPr lang="en-US" smtClean="0"/>
              <a:pPr algn="r"/>
              <a:t>4</a:t>
            </a:fld>
            <a:endParaRPr lang="en-US"/>
          </a:p>
        </p:txBody>
      </p:sp>
      <p:sp>
        <p:nvSpPr>
          <p:cNvPr id="5" name="Title 4">
            <a:extLst>
              <a:ext uri="{FF2B5EF4-FFF2-40B4-BE49-F238E27FC236}">
                <a16:creationId xmlns:a16="http://schemas.microsoft.com/office/drawing/2014/main" id="{B5C8FC07-4468-2E26-8996-DA105FBAD698}"/>
              </a:ext>
            </a:extLst>
          </p:cNvPr>
          <p:cNvSpPr>
            <a:spLocks noGrp="1"/>
          </p:cNvSpPr>
          <p:nvPr>
            <p:ph type="title"/>
          </p:nvPr>
        </p:nvSpPr>
        <p:spPr>
          <a:xfrm>
            <a:off x="3888610" y="324019"/>
            <a:ext cx="7998590" cy="666581"/>
          </a:xfrm>
        </p:spPr>
        <p:txBody>
          <a:bodyPr/>
          <a:lstStyle/>
          <a:p>
            <a:r>
              <a:rPr lang="en-US"/>
              <a:t> Responsible AI </a:t>
            </a:r>
            <a:endParaRPr lang="en-US" sz="1400"/>
          </a:p>
        </p:txBody>
      </p:sp>
      <p:sp>
        <p:nvSpPr>
          <p:cNvPr id="113" name="TextBox 112">
            <a:extLst>
              <a:ext uri="{FF2B5EF4-FFF2-40B4-BE49-F238E27FC236}">
                <a16:creationId xmlns:a16="http://schemas.microsoft.com/office/drawing/2014/main" id="{5559F96D-39A3-86F8-4450-A8470407CDEA}"/>
              </a:ext>
            </a:extLst>
          </p:cNvPr>
          <p:cNvSpPr txBox="1"/>
          <p:nvPr/>
        </p:nvSpPr>
        <p:spPr>
          <a:xfrm>
            <a:off x="247215" y="842356"/>
            <a:ext cx="3968552" cy="309958"/>
          </a:xfrm>
          <a:prstGeom prst="rect">
            <a:avLst/>
          </a:prstGeom>
          <a:noFill/>
        </p:spPr>
        <p:txBody>
          <a:bodyPr vert="horz" wrap="square" lIns="90000" tIns="46800" rIns="90000" bIns="46800" rtlCol="0" anchor="ctr">
            <a:spAutoFit/>
          </a:bodyPr>
          <a:lstStyle/>
          <a:p>
            <a:pPr>
              <a:spcBef>
                <a:spcPct val="0"/>
              </a:spcBef>
            </a:pPr>
            <a:r>
              <a:rPr lang="en-US" sz="1400">
                <a:solidFill>
                  <a:schemeClr val="bg1"/>
                </a:solidFill>
                <a:ea typeface="+mn-lt"/>
                <a:cs typeface="+mn-lt"/>
              </a:rPr>
              <a:t>Smart Maintenance Operations Framework </a:t>
            </a:r>
            <a:endParaRPr lang="en-US">
              <a:solidFill>
                <a:schemeClr val="bg1"/>
              </a:solidFill>
            </a:endParaRPr>
          </a:p>
        </p:txBody>
      </p:sp>
      <p:sp>
        <p:nvSpPr>
          <p:cNvPr id="114" name="TextBox 113">
            <a:extLst>
              <a:ext uri="{FF2B5EF4-FFF2-40B4-BE49-F238E27FC236}">
                <a16:creationId xmlns:a16="http://schemas.microsoft.com/office/drawing/2014/main" id="{59E718E4-AD14-5697-AC92-CB1E9D56E4E2}"/>
              </a:ext>
            </a:extLst>
          </p:cNvPr>
          <p:cNvSpPr txBox="1"/>
          <p:nvPr/>
        </p:nvSpPr>
        <p:spPr>
          <a:xfrm>
            <a:off x="3242482" y="204120"/>
            <a:ext cx="806634" cy="340735"/>
          </a:xfrm>
          <a:prstGeom prst="rect">
            <a:avLst/>
          </a:prstGeom>
          <a:noFill/>
        </p:spPr>
        <p:txBody>
          <a:bodyPr vert="horz" wrap="square" lIns="90000" tIns="46800" rIns="90000" bIns="46800" rtlCol="0" anchor="ctr">
            <a:spAutoFit/>
          </a:bodyPr>
          <a:lstStyle/>
          <a:p>
            <a:pPr algn="l">
              <a:spcBef>
                <a:spcPct val="0"/>
              </a:spcBef>
            </a:pPr>
            <a:r>
              <a:rPr lang="en-US" sz="800">
                <a:solidFill>
                  <a:schemeClr val="bg1"/>
                </a:solidFill>
              </a:rPr>
              <a:t>LS / Supply Chain</a:t>
            </a:r>
            <a:endParaRPr lang="en-GB" sz="800" err="1">
              <a:solidFill>
                <a:schemeClr val="bg1"/>
              </a:solidFill>
            </a:endParaRPr>
          </a:p>
        </p:txBody>
      </p:sp>
      <p:pic>
        <p:nvPicPr>
          <p:cNvPr id="11" name="Picture 10">
            <a:extLst>
              <a:ext uri="{FF2B5EF4-FFF2-40B4-BE49-F238E27FC236}">
                <a16:creationId xmlns:a16="http://schemas.microsoft.com/office/drawing/2014/main" id="{645E6164-03C1-37B2-EE1B-72965AE6A59D}"/>
              </a:ext>
            </a:extLst>
          </p:cNvPr>
          <p:cNvPicPr>
            <a:picLocks noChangeAspect="1"/>
          </p:cNvPicPr>
          <p:nvPr/>
        </p:nvPicPr>
        <p:blipFill>
          <a:blip r:embed="rId2"/>
          <a:srcRect t="19655" r="96" b="-971"/>
          <a:stretch>
            <a:fillRect/>
          </a:stretch>
        </p:blipFill>
        <p:spPr>
          <a:xfrm>
            <a:off x="1021644" y="1711443"/>
            <a:ext cx="10289827" cy="4684356"/>
          </a:xfrm>
          <a:prstGeom prst="rect">
            <a:avLst/>
          </a:prstGeom>
        </p:spPr>
      </p:pic>
    </p:spTree>
    <p:extLst>
      <p:ext uri="{BB962C8B-B14F-4D97-AF65-F5344CB8AC3E}">
        <p14:creationId xmlns:p14="http://schemas.microsoft.com/office/powerpoint/2010/main" val="12880871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A7D2478-0CE1-75B7-CBC4-12408C2B4FB8}"/>
              </a:ext>
            </a:extLst>
          </p:cNvPr>
          <p:cNvSpPr>
            <a:spLocks noGrp="1"/>
          </p:cNvSpPr>
          <p:nvPr>
            <p:ph type="sldNum" sz="quarter" idx="12"/>
          </p:nvPr>
        </p:nvSpPr>
        <p:spPr>
          <a:xfrm>
            <a:off x="11720758" y="6427316"/>
            <a:ext cx="232665" cy="123111"/>
          </a:xfrm>
        </p:spPr>
        <p:txBody>
          <a:bodyPr/>
          <a:lstStyle/>
          <a:p>
            <a:pPr algn="r"/>
            <a:fld id="{5D9A5160-6218-4E5A-B9E6-B93E3DAE377C}" type="slidenum">
              <a:rPr lang="en-US" smtClean="0"/>
              <a:pPr algn="r"/>
              <a:t>5</a:t>
            </a:fld>
            <a:endParaRPr lang="en-US"/>
          </a:p>
        </p:txBody>
      </p:sp>
      <p:sp>
        <p:nvSpPr>
          <p:cNvPr id="5" name="Title 4">
            <a:extLst>
              <a:ext uri="{FF2B5EF4-FFF2-40B4-BE49-F238E27FC236}">
                <a16:creationId xmlns:a16="http://schemas.microsoft.com/office/drawing/2014/main" id="{DFA8D951-D978-7E73-98AC-60005C9C2E14}"/>
              </a:ext>
            </a:extLst>
          </p:cNvPr>
          <p:cNvSpPr>
            <a:spLocks noGrp="1"/>
          </p:cNvSpPr>
          <p:nvPr>
            <p:ph type="title"/>
          </p:nvPr>
        </p:nvSpPr>
        <p:spPr/>
        <p:txBody>
          <a:bodyPr/>
          <a:lstStyle/>
          <a:p>
            <a:r>
              <a:rPr lang="en-US"/>
              <a:t>Technical Solution </a:t>
            </a:r>
          </a:p>
        </p:txBody>
      </p:sp>
      <p:sp>
        <p:nvSpPr>
          <p:cNvPr id="18" name="TextBox 17">
            <a:extLst>
              <a:ext uri="{FF2B5EF4-FFF2-40B4-BE49-F238E27FC236}">
                <a16:creationId xmlns:a16="http://schemas.microsoft.com/office/drawing/2014/main" id="{09D395F4-7C2A-1E15-3009-B1E322836C26}"/>
              </a:ext>
            </a:extLst>
          </p:cNvPr>
          <p:cNvSpPr txBox="1"/>
          <p:nvPr/>
        </p:nvSpPr>
        <p:spPr>
          <a:xfrm>
            <a:off x="9349124" y="2049853"/>
            <a:ext cx="1007305" cy="263791"/>
          </a:xfrm>
          <a:prstGeom prst="rect">
            <a:avLst/>
          </a:prstGeom>
          <a:noFill/>
        </p:spPr>
        <p:txBody>
          <a:bodyPr vert="horz" wrap="none" lIns="90000" tIns="46800" rIns="90000" bIns="46800" rtlCol="0" anchor="ctr">
            <a:spAutoFit/>
          </a:bodyPr>
          <a:lstStyle/>
          <a:p>
            <a:pPr algn="l">
              <a:spcBef>
                <a:spcPct val="0"/>
              </a:spcBef>
            </a:pPr>
            <a:r>
              <a:rPr lang="en-US" sz="1100">
                <a:solidFill>
                  <a:schemeClr val="bg1"/>
                </a:solidFill>
              </a:rPr>
              <a:t>technologies</a:t>
            </a:r>
          </a:p>
        </p:txBody>
      </p:sp>
      <p:sp>
        <p:nvSpPr>
          <p:cNvPr id="3" name="TextBox 2">
            <a:extLst>
              <a:ext uri="{FF2B5EF4-FFF2-40B4-BE49-F238E27FC236}">
                <a16:creationId xmlns:a16="http://schemas.microsoft.com/office/drawing/2014/main" id="{D1E3FE55-4E60-01CB-8E17-BBC74037A4D0}"/>
              </a:ext>
            </a:extLst>
          </p:cNvPr>
          <p:cNvSpPr txBox="1"/>
          <p:nvPr/>
        </p:nvSpPr>
        <p:spPr>
          <a:xfrm>
            <a:off x="303660" y="872726"/>
            <a:ext cx="3338257" cy="371513"/>
          </a:xfrm>
          <a:prstGeom prst="rect">
            <a:avLst/>
          </a:prstGeom>
          <a:noFill/>
        </p:spPr>
        <p:txBody>
          <a:bodyPr vert="horz" wrap="square" lIns="90000" tIns="46800" rIns="90000" bIns="46800" rtlCol="0" anchor="ctr">
            <a:spAutoFit/>
          </a:bodyPr>
          <a:lstStyle/>
          <a:p>
            <a:pPr>
              <a:spcBef>
                <a:spcPct val="0"/>
              </a:spcBef>
            </a:pPr>
            <a:r>
              <a:rPr lang="en-US" sz="1200">
                <a:solidFill>
                  <a:schemeClr val="bg1"/>
                </a:solidFill>
                <a:ea typeface="+mn-lt"/>
                <a:cs typeface="+mn-lt"/>
              </a:rPr>
              <a:t>Smart Maintenance Operations Framework</a:t>
            </a:r>
            <a:r>
              <a:rPr lang="en-US">
                <a:solidFill>
                  <a:schemeClr val="bg1"/>
                </a:solidFill>
                <a:ea typeface="+mn-lt"/>
                <a:cs typeface="+mn-lt"/>
              </a:rPr>
              <a:t> </a:t>
            </a:r>
            <a:endParaRPr lang="en-US" sz="1200">
              <a:solidFill>
                <a:schemeClr val="bg1"/>
              </a:solidFill>
            </a:endParaRPr>
          </a:p>
        </p:txBody>
      </p:sp>
      <p:sp>
        <p:nvSpPr>
          <p:cNvPr id="7" name="TextBox 6">
            <a:extLst>
              <a:ext uri="{FF2B5EF4-FFF2-40B4-BE49-F238E27FC236}">
                <a16:creationId xmlns:a16="http://schemas.microsoft.com/office/drawing/2014/main" id="{8B6C3B3A-118E-C4EB-F0C5-989DCDABA882}"/>
              </a:ext>
            </a:extLst>
          </p:cNvPr>
          <p:cNvSpPr txBox="1"/>
          <p:nvPr/>
        </p:nvSpPr>
        <p:spPr>
          <a:xfrm>
            <a:off x="3242482" y="204120"/>
            <a:ext cx="806634" cy="340735"/>
          </a:xfrm>
          <a:prstGeom prst="rect">
            <a:avLst/>
          </a:prstGeom>
          <a:noFill/>
        </p:spPr>
        <p:txBody>
          <a:bodyPr vert="horz" wrap="square" lIns="90000" tIns="46800" rIns="90000" bIns="46800" rtlCol="0" anchor="ctr">
            <a:spAutoFit/>
          </a:bodyPr>
          <a:lstStyle/>
          <a:p>
            <a:pPr algn="l">
              <a:spcBef>
                <a:spcPct val="0"/>
              </a:spcBef>
            </a:pPr>
            <a:r>
              <a:rPr lang="en-US" sz="800">
                <a:solidFill>
                  <a:schemeClr val="bg1"/>
                </a:solidFill>
              </a:rPr>
              <a:t>LS / Supply Chain</a:t>
            </a:r>
            <a:endParaRPr lang="en-GB" sz="800" err="1">
              <a:solidFill>
                <a:schemeClr val="bg1"/>
              </a:solidFill>
            </a:endParaRPr>
          </a:p>
        </p:txBody>
      </p:sp>
      <p:sp>
        <p:nvSpPr>
          <p:cNvPr id="11" name="Rectangle 10">
            <a:extLst>
              <a:ext uri="{FF2B5EF4-FFF2-40B4-BE49-F238E27FC236}">
                <a16:creationId xmlns:a16="http://schemas.microsoft.com/office/drawing/2014/main" id="{71BE3F81-CB4A-C533-8820-E14346BA3A3A}"/>
              </a:ext>
            </a:extLst>
          </p:cNvPr>
          <p:cNvSpPr/>
          <p:nvPr/>
        </p:nvSpPr>
        <p:spPr>
          <a:xfrm>
            <a:off x="10280750" y="1620141"/>
            <a:ext cx="1669969" cy="465430"/>
          </a:xfrm>
          <a:prstGeom prst="rect">
            <a:avLst/>
          </a:prstGeom>
          <a:gradFill flip="none" rotWithShape="1">
            <a:gsLst>
              <a:gs pos="0">
                <a:schemeClr val="bg1">
                  <a:lumMod val="95000"/>
                </a:schemeClr>
              </a:gs>
              <a:gs pos="74000">
                <a:schemeClr val="accent4"/>
              </a:gs>
              <a:gs pos="83000">
                <a:schemeClr val="accent4">
                  <a:lumMod val="75000"/>
                </a:schemeClr>
              </a:gs>
              <a:gs pos="100000">
                <a:schemeClr val="accent4">
                  <a:lumMod val="75000"/>
                </a:schemeClr>
              </a:gs>
            </a:gsLst>
            <a:lin ang="10800000" scaled="1"/>
            <a:tileRect/>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400">
                <a:solidFill>
                  <a:schemeClr val="bg1"/>
                </a:solidFill>
              </a:rPr>
              <a:t>Technologies </a:t>
            </a:r>
            <a:endParaRPr lang="en-US" sz="1400" err="1">
              <a:solidFill>
                <a:schemeClr val="bg1"/>
              </a:solidFill>
            </a:endParaRPr>
          </a:p>
        </p:txBody>
      </p:sp>
      <p:sp>
        <p:nvSpPr>
          <p:cNvPr id="2" name="Rectangle 1">
            <a:extLst>
              <a:ext uri="{FF2B5EF4-FFF2-40B4-BE49-F238E27FC236}">
                <a16:creationId xmlns:a16="http://schemas.microsoft.com/office/drawing/2014/main" id="{7EE99217-7393-E680-4850-F874CBBFE6D2}"/>
              </a:ext>
            </a:extLst>
          </p:cNvPr>
          <p:cNvSpPr/>
          <p:nvPr/>
        </p:nvSpPr>
        <p:spPr>
          <a:xfrm>
            <a:off x="10348857" y="2046881"/>
            <a:ext cx="1655909" cy="1792716"/>
          </a:xfrm>
          <a:prstGeom prst="rect">
            <a:avLst/>
          </a:prstGeom>
          <a:solidFill>
            <a:schemeClr val="bg1">
              <a:lumMod val="9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171450" indent="-171450">
              <a:spcBef>
                <a:spcPct val="0"/>
              </a:spcBef>
              <a:buFont typeface="Arial,Sans-Serif"/>
              <a:buChar char="•"/>
            </a:pPr>
            <a:r>
              <a:rPr lang="en-GB" sz="1600" b="1">
                <a:solidFill>
                  <a:schemeClr val="tx1"/>
                </a:solidFill>
              </a:rPr>
              <a:t>AI Foundry</a:t>
            </a:r>
            <a:endParaRPr lang="en-US" sz="1600">
              <a:solidFill>
                <a:schemeClr val="tx1"/>
              </a:solidFill>
            </a:endParaRPr>
          </a:p>
          <a:p>
            <a:pPr marL="171450" indent="-171450">
              <a:spcBef>
                <a:spcPct val="0"/>
              </a:spcBef>
              <a:buFont typeface="Arial,Sans-Serif"/>
              <a:buChar char="•"/>
            </a:pPr>
            <a:r>
              <a:rPr lang="en-GB" sz="1600" b="1">
                <a:solidFill>
                  <a:schemeClr val="tx1"/>
                </a:solidFill>
              </a:rPr>
              <a:t>React JS</a:t>
            </a:r>
            <a:endParaRPr lang="en-GB" sz="1600">
              <a:solidFill>
                <a:schemeClr val="tx1"/>
              </a:solidFill>
            </a:endParaRPr>
          </a:p>
          <a:p>
            <a:pPr marL="171450" indent="-171450">
              <a:spcBef>
                <a:spcPct val="0"/>
              </a:spcBef>
              <a:buFont typeface="Arial,Sans-Serif"/>
              <a:buChar char="•"/>
            </a:pPr>
            <a:r>
              <a:rPr lang="en-GB" sz="1600" b="1">
                <a:solidFill>
                  <a:schemeClr val="tx1"/>
                </a:solidFill>
              </a:rPr>
              <a:t>GPT 4.1</a:t>
            </a:r>
            <a:endParaRPr lang="en-GB" sz="1600">
              <a:solidFill>
                <a:schemeClr val="tx1"/>
              </a:solidFill>
            </a:endParaRPr>
          </a:p>
          <a:p>
            <a:pPr marL="171450" indent="-171450">
              <a:spcBef>
                <a:spcPct val="0"/>
              </a:spcBef>
              <a:buFont typeface="Arial,Sans-Serif"/>
              <a:buChar char="•"/>
            </a:pPr>
            <a:r>
              <a:rPr lang="en-GB" sz="1600" b="1">
                <a:solidFill>
                  <a:schemeClr val="tx1"/>
                </a:solidFill>
              </a:rPr>
              <a:t>RAG</a:t>
            </a:r>
            <a:endParaRPr lang="en-GB" sz="1600">
              <a:solidFill>
                <a:schemeClr val="tx1"/>
              </a:solidFill>
            </a:endParaRPr>
          </a:p>
          <a:p>
            <a:pPr marL="171450" indent="-171450">
              <a:spcBef>
                <a:spcPct val="0"/>
              </a:spcBef>
              <a:buFont typeface="Arial,Sans-Serif"/>
              <a:buChar char="•"/>
            </a:pPr>
            <a:r>
              <a:rPr lang="en-GB" sz="1600" b="1">
                <a:solidFill>
                  <a:schemeClr val="tx1"/>
                </a:solidFill>
              </a:rPr>
              <a:t>Microsoft Fabric</a:t>
            </a:r>
            <a:endParaRPr lang="en-GB" sz="1600">
              <a:solidFill>
                <a:schemeClr val="tx1"/>
              </a:solidFill>
            </a:endParaRPr>
          </a:p>
        </p:txBody>
      </p:sp>
      <p:pic>
        <p:nvPicPr>
          <p:cNvPr id="9" name="Picture 8" descr="A diagram of security and governance&#10;&#10;AI-generated content may be incorrect.">
            <a:extLst>
              <a:ext uri="{FF2B5EF4-FFF2-40B4-BE49-F238E27FC236}">
                <a16:creationId xmlns:a16="http://schemas.microsoft.com/office/drawing/2014/main" id="{5009C851-8D25-5CB5-DFC1-975DD4DB4FA2}"/>
              </a:ext>
            </a:extLst>
          </p:cNvPr>
          <p:cNvPicPr>
            <a:picLocks noChangeAspect="1"/>
          </p:cNvPicPr>
          <p:nvPr/>
        </p:nvPicPr>
        <p:blipFill>
          <a:blip r:embed="rId2"/>
          <a:stretch>
            <a:fillRect/>
          </a:stretch>
        </p:blipFill>
        <p:spPr>
          <a:xfrm>
            <a:off x="385313" y="1370612"/>
            <a:ext cx="9753600" cy="5324475"/>
          </a:xfrm>
          <a:prstGeom prst="rect">
            <a:avLst/>
          </a:prstGeom>
        </p:spPr>
      </p:pic>
    </p:spTree>
    <p:extLst>
      <p:ext uri="{BB962C8B-B14F-4D97-AF65-F5344CB8AC3E}">
        <p14:creationId xmlns:p14="http://schemas.microsoft.com/office/powerpoint/2010/main" val="36576488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22C4E2-40E2-7FAD-1A94-95AE4985CDB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0466BB5-A5F8-72AD-C6B4-D14891C4D14A}"/>
              </a:ext>
            </a:extLst>
          </p:cNvPr>
          <p:cNvSpPr>
            <a:spLocks noGrp="1"/>
          </p:cNvSpPr>
          <p:nvPr>
            <p:ph type="title"/>
          </p:nvPr>
        </p:nvSpPr>
        <p:spPr/>
        <p:txBody>
          <a:bodyPr/>
          <a:lstStyle/>
          <a:p>
            <a:r>
              <a:rPr lang="en-US"/>
              <a:t>Business Case Proposal</a:t>
            </a:r>
          </a:p>
        </p:txBody>
      </p:sp>
      <p:sp>
        <p:nvSpPr>
          <p:cNvPr id="3" name="Rounded Rectangle 2">
            <a:extLst>
              <a:ext uri="{FF2B5EF4-FFF2-40B4-BE49-F238E27FC236}">
                <a16:creationId xmlns:a16="http://schemas.microsoft.com/office/drawing/2014/main" id="{5582E48E-719F-59BA-5F90-C7BFB9FEE7FD}"/>
              </a:ext>
            </a:extLst>
          </p:cNvPr>
          <p:cNvSpPr/>
          <p:nvPr/>
        </p:nvSpPr>
        <p:spPr>
          <a:xfrm>
            <a:off x="3572748" y="1506320"/>
            <a:ext cx="8182720" cy="5181600"/>
          </a:xfrm>
          <a:prstGeom prst="roundRect">
            <a:avLst>
              <a:gd name="adj" fmla="val 5069"/>
            </a:avLst>
          </a:prstGeom>
          <a:solidFill>
            <a:schemeClr val="bg1">
              <a:lumMod val="95000"/>
            </a:schemeClr>
          </a:solidFill>
          <a:ln w="9525">
            <a:noFill/>
            <a:prstDash val="solid"/>
          </a:ln>
          <a:effectLst>
            <a:outerShdw blurRad="50800" dist="25400" dir="96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bg1"/>
              </a:solidFill>
            </a:endParaRPr>
          </a:p>
        </p:txBody>
      </p:sp>
      <p:sp>
        <p:nvSpPr>
          <p:cNvPr id="4" name="Rectangle 3">
            <a:extLst>
              <a:ext uri="{FF2B5EF4-FFF2-40B4-BE49-F238E27FC236}">
                <a16:creationId xmlns:a16="http://schemas.microsoft.com/office/drawing/2014/main" id="{C3C07C5F-33FB-F068-0FA9-ED8227D733B2}"/>
              </a:ext>
            </a:extLst>
          </p:cNvPr>
          <p:cNvSpPr/>
          <p:nvPr/>
        </p:nvSpPr>
        <p:spPr>
          <a:xfrm>
            <a:off x="3700875" y="1539691"/>
            <a:ext cx="5852160" cy="219990"/>
          </a:xfrm>
          <a:prstGeom prst="rect">
            <a:avLst/>
          </a:prstGeom>
          <a:gradFill flip="none" rotWithShape="1">
            <a:gsLst>
              <a:gs pos="0">
                <a:schemeClr val="bg1">
                  <a:lumMod val="95000"/>
                </a:schemeClr>
              </a:gs>
              <a:gs pos="74000">
                <a:schemeClr val="accent1">
                  <a:lumMod val="45000"/>
                  <a:lumOff val="55000"/>
                </a:schemeClr>
              </a:gs>
              <a:gs pos="83000">
                <a:schemeClr val="accent1">
                  <a:lumMod val="60000"/>
                  <a:lumOff val="40000"/>
                </a:schemeClr>
              </a:gs>
              <a:gs pos="100000">
                <a:schemeClr val="tx2"/>
              </a:gs>
            </a:gsLst>
            <a:lin ang="10800000" scaled="1"/>
            <a:tileRect/>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5" name="TextBox 4">
            <a:extLst>
              <a:ext uri="{FF2B5EF4-FFF2-40B4-BE49-F238E27FC236}">
                <a16:creationId xmlns:a16="http://schemas.microsoft.com/office/drawing/2014/main" id="{AB1619F1-5AF8-C78B-C530-B5FBFD9AA65D}"/>
              </a:ext>
            </a:extLst>
          </p:cNvPr>
          <p:cNvSpPr txBox="1"/>
          <p:nvPr/>
        </p:nvSpPr>
        <p:spPr>
          <a:xfrm>
            <a:off x="3725208" y="1517790"/>
            <a:ext cx="1186841" cy="263791"/>
          </a:xfrm>
          <a:prstGeom prst="rect">
            <a:avLst/>
          </a:prstGeom>
          <a:noFill/>
        </p:spPr>
        <p:txBody>
          <a:bodyPr vert="horz" wrap="none" lIns="90000" tIns="46800" rIns="90000" bIns="46800" rtlCol="0" anchor="ctr">
            <a:spAutoFit/>
          </a:bodyPr>
          <a:lstStyle/>
          <a:p>
            <a:pPr algn="l">
              <a:spcBef>
                <a:spcPct val="0"/>
              </a:spcBef>
            </a:pPr>
            <a:r>
              <a:rPr lang="en-US" sz="1100">
                <a:solidFill>
                  <a:schemeClr val="bg1"/>
                </a:solidFill>
              </a:rPr>
              <a:t>BUSINESS CASE</a:t>
            </a:r>
          </a:p>
        </p:txBody>
      </p:sp>
      <p:sp>
        <p:nvSpPr>
          <p:cNvPr id="7" name="Rounded Rectangle 6">
            <a:extLst>
              <a:ext uri="{FF2B5EF4-FFF2-40B4-BE49-F238E27FC236}">
                <a16:creationId xmlns:a16="http://schemas.microsoft.com/office/drawing/2014/main" id="{0052FD5C-1DA8-C0E5-C860-A4B8D12B773C}"/>
              </a:ext>
            </a:extLst>
          </p:cNvPr>
          <p:cNvSpPr/>
          <p:nvPr/>
        </p:nvSpPr>
        <p:spPr>
          <a:xfrm>
            <a:off x="3800996" y="1817123"/>
            <a:ext cx="3742803" cy="263791"/>
          </a:xfrm>
          <a:prstGeom prst="roundRect">
            <a:avLst>
              <a:gd name="adj" fmla="val 50000"/>
            </a:avLst>
          </a:prstGeom>
          <a:solidFill>
            <a:schemeClr val="bg2">
              <a:lumMod val="8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11" name="TextBox 10">
            <a:extLst>
              <a:ext uri="{FF2B5EF4-FFF2-40B4-BE49-F238E27FC236}">
                <a16:creationId xmlns:a16="http://schemas.microsoft.com/office/drawing/2014/main" id="{2FB749DC-E1E8-1D4A-54FE-47031C8429E8}"/>
              </a:ext>
            </a:extLst>
          </p:cNvPr>
          <p:cNvSpPr txBox="1"/>
          <p:nvPr/>
        </p:nvSpPr>
        <p:spPr>
          <a:xfrm>
            <a:off x="4057499" y="1793610"/>
            <a:ext cx="1061807" cy="263791"/>
          </a:xfrm>
          <a:prstGeom prst="rect">
            <a:avLst/>
          </a:prstGeom>
          <a:noFill/>
        </p:spPr>
        <p:txBody>
          <a:bodyPr vert="horz" wrap="none" lIns="90000" tIns="46800" rIns="90000" bIns="46800" rtlCol="0" anchor="ctr">
            <a:spAutoFit/>
          </a:bodyPr>
          <a:lstStyle/>
          <a:p>
            <a:pPr algn="l">
              <a:spcBef>
                <a:spcPct val="0"/>
              </a:spcBef>
            </a:pPr>
            <a:r>
              <a:rPr lang="en-US" sz="1100"/>
              <a:t>Current Costs</a:t>
            </a:r>
          </a:p>
        </p:txBody>
      </p:sp>
      <p:sp>
        <p:nvSpPr>
          <p:cNvPr id="13" name="TextBox 12">
            <a:extLst>
              <a:ext uri="{FF2B5EF4-FFF2-40B4-BE49-F238E27FC236}">
                <a16:creationId xmlns:a16="http://schemas.microsoft.com/office/drawing/2014/main" id="{B8B1FB50-0491-6C4E-4E8F-28E9365B1578}"/>
              </a:ext>
            </a:extLst>
          </p:cNvPr>
          <p:cNvSpPr txBox="1"/>
          <p:nvPr/>
        </p:nvSpPr>
        <p:spPr>
          <a:xfrm>
            <a:off x="3795554" y="2178483"/>
            <a:ext cx="3863193" cy="1018067"/>
          </a:xfrm>
          <a:prstGeom prst="rect">
            <a:avLst/>
          </a:prstGeom>
          <a:noFill/>
        </p:spPr>
        <p:txBody>
          <a:bodyPr vert="horz" wrap="square" lIns="90000" tIns="46800" rIns="90000" bIns="46800" rtlCol="0" anchor="t">
            <a:noAutofit/>
          </a:bodyPr>
          <a:lstStyle/>
          <a:p>
            <a:pPr>
              <a:spcBef>
                <a:spcPct val="0"/>
              </a:spcBef>
            </a:pPr>
            <a:r>
              <a:rPr lang="en-US" sz="1000" b="1"/>
              <a:t>Running(R1):</a:t>
            </a:r>
            <a:r>
              <a:rPr lang="en-US" sz="1000"/>
              <a:t> £ 100,000.00</a:t>
            </a:r>
          </a:p>
          <a:p>
            <a:pPr>
              <a:spcBef>
                <a:spcPct val="0"/>
              </a:spcBef>
            </a:pPr>
            <a:r>
              <a:rPr lang="en-US" sz="1000" b="1"/>
              <a:t>Maintenance(M1)</a:t>
            </a:r>
            <a:r>
              <a:rPr lang="en-US" sz="1000"/>
              <a:t>:£150,000.00</a:t>
            </a:r>
          </a:p>
          <a:p>
            <a:pPr>
              <a:spcBef>
                <a:spcPct val="0"/>
              </a:spcBef>
            </a:pPr>
            <a:endParaRPr lang="en-US" sz="1000" b="1"/>
          </a:p>
          <a:p>
            <a:pPr>
              <a:spcBef>
                <a:spcPct val="0"/>
              </a:spcBef>
            </a:pPr>
            <a:r>
              <a:rPr lang="en-US" sz="1000" b="1"/>
              <a:t>Total Current</a:t>
            </a:r>
            <a:r>
              <a:rPr lang="en-US" sz="1000" b="1">
                <a:sym typeface="Wingdings" pitchFamily="2" charset="2"/>
              </a:rPr>
              <a:t> Cost(TCC)= £250,000.00</a:t>
            </a:r>
            <a:endParaRPr lang="en-US" sz="1000" b="1"/>
          </a:p>
          <a:p>
            <a:r>
              <a:rPr lang="en-US" sz="1000">
                <a:latin typeface="Ubuntu"/>
                <a:cs typeface="Segoe UI"/>
              </a:rPr>
              <a:t>(UK BCIS‑aligned annual cost ranges used by UK FM providers for reference facility size of 10,000 m²)</a:t>
            </a:r>
          </a:p>
          <a:p>
            <a:endParaRPr lang="en-US" sz="1100">
              <a:latin typeface="Segoe UI"/>
              <a:cs typeface="Segoe UI"/>
            </a:endParaRPr>
          </a:p>
          <a:p>
            <a:pPr>
              <a:spcBef>
                <a:spcPct val="0"/>
              </a:spcBef>
            </a:pPr>
            <a:endParaRPr lang="en-US" sz="1000" b="1"/>
          </a:p>
        </p:txBody>
      </p:sp>
      <p:sp>
        <p:nvSpPr>
          <p:cNvPr id="14" name="Rounded Rectangle 13">
            <a:extLst>
              <a:ext uri="{FF2B5EF4-FFF2-40B4-BE49-F238E27FC236}">
                <a16:creationId xmlns:a16="http://schemas.microsoft.com/office/drawing/2014/main" id="{5ECC8D23-3B38-0821-3AC8-5A831FEB65C3}"/>
              </a:ext>
            </a:extLst>
          </p:cNvPr>
          <p:cNvSpPr/>
          <p:nvPr/>
        </p:nvSpPr>
        <p:spPr>
          <a:xfrm>
            <a:off x="7894320" y="1816792"/>
            <a:ext cx="3611880" cy="263791"/>
          </a:xfrm>
          <a:prstGeom prst="roundRect">
            <a:avLst>
              <a:gd name="adj" fmla="val 50000"/>
            </a:avLst>
          </a:prstGeom>
          <a:solidFill>
            <a:schemeClr val="bg2">
              <a:lumMod val="8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16" name="TextBox 15">
            <a:extLst>
              <a:ext uri="{FF2B5EF4-FFF2-40B4-BE49-F238E27FC236}">
                <a16:creationId xmlns:a16="http://schemas.microsoft.com/office/drawing/2014/main" id="{6B00FD23-0C65-A8A4-B223-A3A820BB4D97}"/>
              </a:ext>
            </a:extLst>
          </p:cNvPr>
          <p:cNvSpPr txBox="1"/>
          <p:nvPr/>
        </p:nvSpPr>
        <p:spPr>
          <a:xfrm>
            <a:off x="8198046" y="1814901"/>
            <a:ext cx="1178826" cy="263791"/>
          </a:xfrm>
          <a:prstGeom prst="rect">
            <a:avLst/>
          </a:prstGeom>
          <a:noFill/>
        </p:spPr>
        <p:txBody>
          <a:bodyPr vert="horz" wrap="none" lIns="90000" tIns="46800" rIns="90000" bIns="46800" rtlCol="0" anchor="ctr">
            <a:spAutoFit/>
          </a:bodyPr>
          <a:lstStyle/>
          <a:p>
            <a:pPr algn="l">
              <a:spcBef>
                <a:spcPct val="0"/>
              </a:spcBef>
            </a:pPr>
            <a:r>
              <a:rPr lang="en-US" sz="1100"/>
              <a:t>Current Income</a:t>
            </a:r>
          </a:p>
        </p:txBody>
      </p:sp>
      <p:cxnSp>
        <p:nvCxnSpPr>
          <p:cNvPr id="17" name="Straight Connector 16">
            <a:extLst>
              <a:ext uri="{FF2B5EF4-FFF2-40B4-BE49-F238E27FC236}">
                <a16:creationId xmlns:a16="http://schemas.microsoft.com/office/drawing/2014/main" id="{D5EF03D1-A310-9888-0C97-44385FB2CF36}"/>
              </a:ext>
            </a:extLst>
          </p:cNvPr>
          <p:cNvCxnSpPr>
            <a:cxnSpLocks/>
          </p:cNvCxnSpPr>
          <p:nvPr/>
        </p:nvCxnSpPr>
        <p:spPr>
          <a:xfrm flipH="1">
            <a:off x="7759265" y="2231236"/>
            <a:ext cx="13135" cy="3331364"/>
          </a:xfrm>
          <a:prstGeom prst="line">
            <a:avLst/>
          </a:prstGeom>
          <a:ln w="12700">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26" name="Rounded Rectangle 25">
            <a:extLst>
              <a:ext uri="{FF2B5EF4-FFF2-40B4-BE49-F238E27FC236}">
                <a16:creationId xmlns:a16="http://schemas.microsoft.com/office/drawing/2014/main" id="{05AAA3D3-EAC0-84C8-C5E2-B35056DDBC0B}"/>
              </a:ext>
            </a:extLst>
          </p:cNvPr>
          <p:cNvSpPr/>
          <p:nvPr/>
        </p:nvSpPr>
        <p:spPr>
          <a:xfrm>
            <a:off x="272141" y="1333500"/>
            <a:ext cx="3170329" cy="5410200"/>
          </a:xfrm>
          <a:prstGeom prst="roundRect">
            <a:avLst>
              <a:gd name="adj" fmla="val 5069"/>
            </a:avLst>
          </a:prstGeom>
          <a:solidFill>
            <a:schemeClr val="bg1">
              <a:lumMod val="95000"/>
            </a:schemeClr>
          </a:solidFill>
          <a:ln w="9525">
            <a:noFill/>
            <a:prstDash val="solid"/>
          </a:ln>
          <a:effectLst>
            <a:outerShdw blurRad="50800" dist="25400" dir="96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bg1"/>
              </a:solidFill>
            </a:endParaRPr>
          </a:p>
        </p:txBody>
      </p:sp>
      <p:sp>
        <p:nvSpPr>
          <p:cNvPr id="27" name="Rectangle 26">
            <a:extLst>
              <a:ext uri="{FF2B5EF4-FFF2-40B4-BE49-F238E27FC236}">
                <a16:creationId xmlns:a16="http://schemas.microsoft.com/office/drawing/2014/main" id="{3D9EBD96-F382-653D-4462-CDB9AEA87922}"/>
              </a:ext>
            </a:extLst>
          </p:cNvPr>
          <p:cNvSpPr/>
          <p:nvPr/>
        </p:nvSpPr>
        <p:spPr>
          <a:xfrm>
            <a:off x="283666" y="1539691"/>
            <a:ext cx="2834640" cy="219990"/>
          </a:xfrm>
          <a:prstGeom prst="rect">
            <a:avLst/>
          </a:prstGeom>
          <a:gradFill flip="none" rotWithShape="1">
            <a:gsLst>
              <a:gs pos="0">
                <a:schemeClr val="bg1">
                  <a:lumMod val="95000"/>
                </a:schemeClr>
              </a:gs>
              <a:gs pos="74000">
                <a:schemeClr val="accent3">
                  <a:lumMod val="50000"/>
                  <a:lumOff val="50000"/>
                </a:schemeClr>
              </a:gs>
              <a:gs pos="83000">
                <a:schemeClr val="accent3">
                  <a:lumMod val="75000"/>
                  <a:lumOff val="25000"/>
                </a:schemeClr>
              </a:gs>
              <a:gs pos="100000">
                <a:schemeClr val="accent3">
                  <a:lumMod val="75000"/>
                  <a:lumOff val="25000"/>
                </a:schemeClr>
              </a:gs>
            </a:gsLst>
            <a:lin ang="10800000" scaled="1"/>
            <a:tileRect/>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28" name="TextBox 27">
            <a:extLst>
              <a:ext uri="{FF2B5EF4-FFF2-40B4-BE49-F238E27FC236}">
                <a16:creationId xmlns:a16="http://schemas.microsoft.com/office/drawing/2014/main" id="{6BE8ED9D-99B2-8C11-5B51-01C209E48173}"/>
              </a:ext>
            </a:extLst>
          </p:cNvPr>
          <p:cNvSpPr txBox="1"/>
          <p:nvPr/>
        </p:nvSpPr>
        <p:spPr>
          <a:xfrm>
            <a:off x="308406" y="1503484"/>
            <a:ext cx="497550" cy="263791"/>
          </a:xfrm>
          <a:prstGeom prst="rect">
            <a:avLst/>
          </a:prstGeom>
          <a:noFill/>
        </p:spPr>
        <p:txBody>
          <a:bodyPr vert="horz" wrap="none" lIns="90000" tIns="46800" rIns="90000" bIns="46800" rtlCol="0" anchor="ctr">
            <a:spAutoFit/>
          </a:bodyPr>
          <a:lstStyle/>
          <a:p>
            <a:pPr algn="l">
              <a:spcBef>
                <a:spcPct val="0"/>
              </a:spcBef>
            </a:pPr>
            <a:r>
              <a:rPr lang="en-US" sz="1100">
                <a:solidFill>
                  <a:schemeClr val="bg1"/>
                </a:solidFill>
              </a:rPr>
              <a:t>WHY</a:t>
            </a:r>
          </a:p>
        </p:txBody>
      </p:sp>
      <p:sp>
        <p:nvSpPr>
          <p:cNvPr id="30" name="Rounded Rectangle 29">
            <a:extLst>
              <a:ext uri="{FF2B5EF4-FFF2-40B4-BE49-F238E27FC236}">
                <a16:creationId xmlns:a16="http://schemas.microsoft.com/office/drawing/2014/main" id="{ED6B8F72-1CCD-EFC6-1774-80F98586D052}"/>
              </a:ext>
            </a:extLst>
          </p:cNvPr>
          <p:cNvSpPr/>
          <p:nvPr/>
        </p:nvSpPr>
        <p:spPr>
          <a:xfrm>
            <a:off x="402419" y="1804222"/>
            <a:ext cx="2834640" cy="263791"/>
          </a:xfrm>
          <a:prstGeom prst="roundRect">
            <a:avLst>
              <a:gd name="adj" fmla="val 50000"/>
            </a:avLst>
          </a:prstGeom>
          <a:solidFill>
            <a:schemeClr val="bg2">
              <a:lumMod val="8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31" name="TextBox 30">
            <a:extLst>
              <a:ext uri="{FF2B5EF4-FFF2-40B4-BE49-F238E27FC236}">
                <a16:creationId xmlns:a16="http://schemas.microsoft.com/office/drawing/2014/main" id="{46036BC9-8633-B80B-DCED-F37E6503B218}"/>
              </a:ext>
            </a:extLst>
          </p:cNvPr>
          <p:cNvSpPr txBox="1"/>
          <p:nvPr/>
        </p:nvSpPr>
        <p:spPr>
          <a:xfrm>
            <a:off x="649299" y="1789589"/>
            <a:ext cx="1090661" cy="263791"/>
          </a:xfrm>
          <a:prstGeom prst="rect">
            <a:avLst/>
          </a:prstGeom>
          <a:noFill/>
        </p:spPr>
        <p:txBody>
          <a:bodyPr vert="horz" wrap="none" lIns="90000" tIns="46800" rIns="90000" bIns="46800" rtlCol="0" anchor="ctr">
            <a:spAutoFit/>
          </a:bodyPr>
          <a:lstStyle/>
          <a:p>
            <a:pPr algn="l">
              <a:spcBef>
                <a:spcPct val="0"/>
              </a:spcBef>
            </a:pPr>
            <a:r>
              <a:rPr lang="en-US" sz="1100"/>
              <a:t>KPIs Impacted</a:t>
            </a:r>
          </a:p>
        </p:txBody>
      </p:sp>
      <p:sp>
        <p:nvSpPr>
          <p:cNvPr id="32" name="Rounded Rectangle 31">
            <a:extLst>
              <a:ext uri="{FF2B5EF4-FFF2-40B4-BE49-F238E27FC236}">
                <a16:creationId xmlns:a16="http://schemas.microsoft.com/office/drawing/2014/main" id="{F4D5C4CC-4124-F682-3C71-67A1BE338C1A}"/>
              </a:ext>
            </a:extLst>
          </p:cNvPr>
          <p:cNvSpPr/>
          <p:nvPr/>
        </p:nvSpPr>
        <p:spPr>
          <a:xfrm>
            <a:off x="438132" y="4568682"/>
            <a:ext cx="2834640" cy="263791"/>
          </a:xfrm>
          <a:prstGeom prst="roundRect">
            <a:avLst>
              <a:gd name="adj" fmla="val 50000"/>
            </a:avLst>
          </a:prstGeom>
          <a:solidFill>
            <a:schemeClr val="bg2">
              <a:lumMod val="8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33" name="TextBox 32">
            <a:extLst>
              <a:ext uri="{FF2B5EF4-FFF2-40B4-BE49-F238E27FC236}">
                <a16:creationId xmlns:a16="http://schemas.microsoft.com/office/drawing/2014/main" id="{496FDBC0-33DE-2181-F430-6EC95F26F3C4}"/>
              </a:ext>
            </a:extLst>
          </p:cNvPr>
          <p:cNvSpPr txBox="1"/>
          <p:nvPr/>
        </p:nvSpPr>
        <p:spPr>
          <a:xfrm>
            <a:off x="654834" y="4563695"/>
            <a:ext cx="1209283" cy="263791"/>
          </a:xfrm>
          <a:prstGeom prst="rect">
            <a:avLst/>
          </a:prstGeom>
          <a:noFill/>
        </p:spPr>
        <p:txBody>
          <a:bodyPr vert="horz" wrap="none" lIns="90000" tIns="46800" rIns="90000" bIns="46800" rtlCol="0" anchor="ctr">
            <a:spAutoFit/>
          </a:bodyPr>
          <a:lstStyle/>
          <a:p>
            <a:pPr algn="l">
              <a:spcBef>
                <a:spcPct val="0"/>
              </a:spcBef>
            </a:pPr>
            <a:r>
              <a:rPr lang="en-US" sz="1100"/>
              <a:t>Business Impact</a:t>
            </a:r>
          </a:p>
        </p:txBody>
      </p:sp>
      <p:sp>
        <p:nvSpPr>
          <p:cNvPr id="37" name="TextBox 36">
            <a:extLst>
              <a:ext uri="{FF2B5EF4-FFF2-40B4-BE49-F238E27FC236}">
                <a16:creationId xmlns:a16="http://schemas.microsoft.com/office/drawing/2014/main" id="{28A6F77A-F98B-2CBB-1887-8C98FE2D2997}"/>
              </a:ext>
            </a:extLst>
          </p:cNvPr>
          <p:cNvSpPr txBox="1"/>
          <p:nvPr/>
        </p:nvSpPr>
        <p:spPr>
          <a:xfrm>
            <a:off x="427833" y="4965368"/>
            <a:ext cx="2694185" cy="1773199"/>
          </a:xfrm>
          <a:prstGeom prst="rect">
            <a:avLst/>
          </a:prstGeom>
          <a:noFill/>
        </p:spPr>
        <p:txBody>
          <a:bodyPr vert="horz" wrap="square" lIns="90000" tIns="46800" rIns="90000" bIns="46800" rtlCol="0" anchor="t">
            <a:noAutofit/>
          </a:bodyPr>
          <a:lstStyle/>
          <a:p>
            <a:pPr marL="285750" indent="-285750">
              <a:buFont typeface="Arial"/>
              <a:buChar char="•"/>
            </a:pPr>
            <a:r>
              <a:rPr lang="en-US" sz="1100" b="1">
                <a:latin typeface="Ubuntu"/>
                <a:cs typeface="Segoe UI"/>
              </a:rPr>
              <a:t>Reduce</a:t>
            </a:r>
            <a:r>
              <a:rPr lang="en-US" sz="1100">
                <a:latin typeface="Ubuntu"/>
                <a:cs typeface="Segoe UI"/>
              </a:rPr>
              <a:t> repair costs and equipment replacements</a:t>
            </a:r>
            <a:endParaRPr lang="en-US">
              <a:latin typeface="Ubuntu"/>
            </a:endParaRPr>
          </a:p>
          <a:p>
            <a:pPr marL="285750" indent="-285750">
              <a:buFont typeface="Arial"/>
              <a:buChar char="•"/>
            </a:pPr>
            <a:r>
              <a:rPr lang="en-US" sz="1100" b="1">
                <a:latin typeface="Ubuntu"/>
                <a:cs typeface="Segoe UI"/>
              </a:rPr>
              <a:t>Increase</a:t>
            </a:r>
            <a:r>
              <a:rPr lang="en-US" sz="1100">
                <a:latin typeface="Ubuntu"/>
                <a:cs typeface="Segoe UI"/>
              </a:rPr>
              <a:t> staff productivity and </a:t>
            </a:r>
            <a:r>
              <a:rPr lang="en-US" sz="1100" err="1">
                <a:latin typeface="Ubuntu"/>
                <a:cs typeface="Segoe UI"/>
              </a:rPr>
              <a:t>minimise</a:t>
            </a:r>
            <a:r>
              <a:rPr lang="en-US" sz="1100">
                <a:latin typeface="Ubuntu"/>
                <a:cs typeface="Segoe UI"/>
              </a:rPr>
              <a:t> disruption</a:t>
            </a:r>
          </a:p>
          <a:p>
            <a:pPr marL="285750" indent="-285750">
              <a:buFont typeface="Arial"/>
              <a:buChar char="•"/>
            </a:pPr>
            <a:r>
              <a:rPr lang="en-US" sz="1100" b="1">
                <a:latin typeface="Ubuntu"/>
                <a:cs typeface="Segoe UI"/>
              </a:rPr>
              <a:t>Accelerate</a:t>
            </a:r>
            <a:r>
              <a:rPr lang="en-US" sz="1100">
                <a:latin typeface="Ubuntu"/>
                <a:cs typeface="Segoe UI"/>
              </a:rPr>
              <a:t> and </a:t>
            </a:r>
            <a:r>
              <a:rPr lang="en-US" sz="1100" b="1" err="1">
                <a:latin typeface="Ubuntu"/>
                <a:cs typeface="Segoe UI"/>
              </a:rPr>
              <a:t>standardise</a:t>
            </a:r>
            <a:r>
              <a:rPr lang="en-US" sz="1100">
                <a:latin typeface="Ubuntu"/>
                <a:cs typeface="Segoe UI"/>
              </a:rPr>
              <a:t> maintenance workflows</a:t>
            </a:r>
            <a:endParaRPr lang="en-US">
              <a:latin typeface="Ubuntu"/>
            </a:endParaRPr>
          </a:p>
          <a:p>
            <a:pPr marL="285750" indent="-285750">
              <a:buFont typeface="Arial"/>
              <a:buChar char="•"/>
            </a:pPr>
            <a:r>
              <a:rPr lang="en-US" sz="1100" b="1">
                <a:latin typeface="Ubuntu"/>
                <a:cs typeface="Segoe UI"/>
              </a:rPr>
              <a:t>Improve</a:t>
            </a:r>
            <a:r>
              <a:rPr lang="en-US" sz="1100">
                <a:latin typeface="Ubuntu"/>
                <a:cs typeface="Segoe UI"/>
              </a:rPr>
              <a:t> safety and operational reliability</a:t>
            </a:r>
          </a:p>
          <a:p>
            <a:pPr marL="285750" indent="-285750">
              <a:buFont typeface="Arial"/>
              <a:buChar char="•"/>
            </a:pPr>
            <a:r>
              <a:rPr lang="en-US" sz="1100" b="1">
                <a:latin typeface="Ubuntu"/>
                <a:cs typeface="Segoe UI"/>
              </a:rPr>
              <a:t>Reduce</a:t>
            </a:r>
            <a:r>
              <a:rPr lang="en-US" sz="1100">
                <a:latin typeface="Ubuntu"/>
                <a:cs typeface="Segoe UI"/>
              </a:rPr>
              <a:t> training overhead for temporary staff</a:t>
            </a:r>
          </a:p>
          <a:p>
            <a:pPr>
              <a:spcBef>
                <a:spcPct val="0"/>
              </a:spcBef>
            </a:pPr>
            <a:endParaRPr lang="en-US" sz="800" b="1"/>
          </a:p>
        </p:txBody>
      </p:sp>
      <p:sp>
        <p:nvSpPr>
          <p:cNvPr id="38" name="Rounded Rectangle 37">
            <a:extLst>
              <a:ext uri="{FF2B5EF4-FFF2-40B4-BE49-F238E27FC236}">
                <a16:creationId xmlns:a16="http://schemas.microsoft.com/office/drawing/2014/main" id="{D24FCFCB-405B-E7A2-F7EA-7E1A725D7D43}"/>
              </a:ext>
            </a:extLst>
          </p:cNvPr>
          <p:cNvSpPr/>
          <p:nvPr/>
        </p:nvSpPr>
        <p:spPr>
          <a:xfrm>
            <a:off x="3724026" y="3300381"/>
            <a:ext cx="3711389" cy="263791"/>
          </a:xfrm>
          <a:prstGeom prst="roundRect">
            <a:avLst>
              <a:gd name="adj" fmla="val 50000"/>
            </a:avLst>
          </a:prstGeom>
          <a:solidFill>
            <a:schemeClr val="bg2">
              <a:lumMod val="8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39" name="TextBox 38">
            <a:extLst>
              <a:ext uri="{FF2B5EF4-FFF2-40B4-BE49-F238E27FC236}">
                <a16:creationId xmlns:a16="http://schemas.microsoft.com/office/drawing/2014/main" id="{70B0F316-686F-9379-776E-3FB8EDF15323}"/>
              </a:ext>
            </a:extLst>
          </p:cNvPr>
          <p:cNvSpPr txBox="1"/>
          <p:nvPr/>
        </p:nvSpPr>
        <p:spPr>
          <a:xfrm>
            <a:off x="3949741" y="3246079"/>
            <a:ext cx="856623" cy="263791"/>
          </a:xfrm>
          <a:prstGeom prst="rect">
            <a:avLst/>
          </a:prstGeom>
          <a:noFill/>
        </p:spPr>
        <p:txBody>
          <a:bodyPr vert="horz" wrap="none" lIns="90000" tIns="46800" rIns="90000" bIns="46800" rtlCol="0" anchor="ctr">
            <a:spAutoFit/>
          </a:bodyPr>
          <a:lstStyle/>
          <a:p>
            <a:pPr algn="l">
              <a:spcBef>
                <a:spcPct val="0"/>
              </a:spcBef>
            </a:pPr>
            <a:r>
              <a:rPr lang="en-US" sz="1100"/>
              <a:t>New Costs</a:t>
            </a:r>
          </a:p>
        </p:txBody>
      </p:sp>
      <p:sp>
        <p:nvSpPr>
          <p:cNvPr id="41" name="Rounded Rectangle 40">
            <a:extLst>
              <a:ext uri="{FF2B5EF4-FFF2-40B4-BE49-F238E27FC236}">
                <a16:creationId xmlns:a16="http://schemas.microsoft.com/office/drawing/2014/main" id="{9CA70A8F-FA0E-4CC0-B31D-166345F4A411}"/>
              </a:ext>
            </a:extLst>
          </p:cNvPr>
          <p:cNvSpPr/>
          <p:nvPr/>
        </p:nvSpPr>
        <p:spPr>
          <a:xfrm>
            <a:off x="7894320" y="2945988"/>
            <a:ext cx="3533394" cy="263791"/>
          </a:xfrm>
          <a:prstGeom prst="roundRect">
            <a:avLst>
              <a:gd name="adj" fmla="val 50000"/>
            </a:avLst>
          </a:prstGeom>
          <a:solidFill>
            <a:schemeClr val="bg2">
              <a:lumMod val="8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42" name="TextBox 41">
            <a:extLst>
              <a:ext uri="{FF2B5EF4-FFF2-40B4-BE49-F238E27FC236}">
                <a16:creationId xmlns:a16="http://schemas.microsoft.com/office/drawing/2014/main" id="{4A67BECB-DF8A-B7C1-6B8B-701183E7D69C}"/>
              </a:ext>
            </a:extLst>
          </p:cNvPr>
          <p:cNvSpPr txBox="1"/>
          <p:nvPr/>
        </p:nvSpPr>
        <p:spPr>
          <a:xfrm>
            <a:off x="8198046" y="2944097"/>
            <a:ext cx="973641" cy="263791"/>
          </a:xfrm>
          <a:prstGeom prst="rect">
            <a:avLst/>
          </a:prstGeom>
          <a:noFill/>
        </p:spPr>
        <p:txBody>
          <a:bodyPr vert="horz" wrap="none" lIns="90000" tIns="46800" rIns="90000" bIns="46800" rtlCol="0" anchor="ctr">
            <a:spAutoFit/>
          </a:bodyPr>
          <a:lstStyle/>
          <a:p>
            <a:pPr algn="l">
              <a:spcBef>
                <a:spcPct val="0"/>
              </a:spcBef>
            </a:pPr>
            <a:r>
              <a:rPr lang="en-US" sz="1100"/>
              <a:t>New Income</a:t>
            </a:r>
          </a:p>
        </p:txBody>
      </p:sp>
      <p:sp>
        <p:nvSpPr>
          <p:cNvPr id="49" name="TextBox 48">
            <a:extLst>
              <a:ext uri="{FF2B5EF4-FFF2-40B4-BE49-F238E27FC236}">
                <a16:creationId xmlns:a16="http://schemas.microsoft.com/office/drawing/2014/main" id="{E650FDC3-BD52-C969-A210-54A1795F4C94}"/>
              </a:ext>
            </a:extLst>
          </p:cNvPr>
          <p:cNvSpPr txBox="1"/>
          <p:nvPr/>
        </p:nvSpPr>
        <p:spPr>
          <a:xfrm>
            <a:off x="3793299" y="3562568"/>
            <a:ext cx="3633456" cy="999425"/>
          </a:xfrm>
          <a:prstGeom prst="rect">
            <a:avLst/>
          </a:prstGeom>
          <a:noFill/>
        </p:spPr>
        <p:txBody>
          <a:bodyPr vert="horz" wrap="square" lIns="90000" tIns="46800" rIns="90000" bIns="46800" rtlCol="0" anchor="t">
            <a:noAutofit/>
          </a:bodyPr>
          <a:lstStyle/>
          <a:p>
            <a:pPr>
              <a:spcBef>
                <a:spcPct val="0"/>
              </a:spcBef>
            </a:pPr>
            <a:r>
              <a:rPr lang="en-US" sz="1000" b="1"/>
              <a:t>Implementation(I)</a:t>
            </a:r>
            <a:r>
              <a:rPr lang="en-US" sz="1000"/>
              <a:t>: £380,000.00</a:t>
            </a:r>
          </a:p>
          <a:p>
            <a:pPr>
              <a:spcBef>
                <a:spcPct val="0"/>
              </a:spcBef>
            </a:pPr>
            <a:endParaRPr lang="en-US" sz="1000"/>
          </a:p>
          <a:p>
            <a:pPr>
              <a:spcBef>
                <a:spcPct val="0"/>
              </a:spcBef>
            </a:pPr>
            <a:r>
              <a:rPr lang="en-US" sz="1000" b="1"/>
              <a:t>Running(R2)</a:t>
            </a:r>
            <a:r>
              <a:rPr lang="en-US" sz="1000"/>
              <a:t>: £80,000.00</a:t>
            </a:r>
          </a:p>
          <a:p>
            <a:pPr>
              <a:spcBef>
                <a:spcPct val="0"/>
              </a:spcBef>
            </a:pPr>
            <a:r>
              <a:rPr lang="en-US" sz="1000" b="1"/>
              <a:t>Maintenance(M2)</a:t>
            </a:r>
            <a:r>
              <a:rPr lang="en-US" sz="1000"/>
              <a:t>: £120,000.00</a:t>
            </a:r>
          </a:p>
          <a:p>
            <a:pPr>
              <a:spcBef>
                <a:spcPct val="0"/>
              </a:spcBef>
            </a:pPr>
            <a:endParaRPr lang="en-US" sz="1000"/>
          </a:p>
          <a:p>
            <a:pPr>
              <a:spcBef>
                <a:spcPct val="0"/>
              </a:spcBef>
            </a:pPr>
            <a:r>
              <a:rPr lang="en-US" sz="1000" b="1"/>
              <a:t>Total New Cost(TNC)</a:t>
            </a:r>
            <a:r>
              <a:rPr lang="en-US" sz="1000"/>
              <a:t>: £200,000.00</a:t>
            </a:r>
          </a:p>
        </p:txBody>
      </p:sp>
      <p:sp>
        <p:nvSpPr>
          <p:cNvPr id="50" name="TextBox 49">
            <a:extLst>
              <a:ext uri="{FF2B5EF4-FFF2-40B4-BE49-F238E27FC236}">
                <a16:creationId xmlns:a16="http://schemas.microsoft.com/office/drawing/2014/main" id="{2BA6DAEB-5662-1855-7900-2CA046F31971}"/>
              </a:ext>
            </a:extLst>
          </p:cNvPr>
          <p:cNvSpPr txBox="1"/>
          <p:nvPr/>
        </p:nvSpPr>
        <p:spPr>
          <a:xfrm>
            <a:off x="8001000" y="2178483"/>
            <a:ext cx="2328550" cy="444712"/>
          </a:xfrm>
          <a:prstGeom prst="rect">
            <a:avLst/>
          </a:prstGeom>
          <a:noFill/>
        </p:spPr>
        <p:txBody>
          <a:bodyPr vert="horz" wrap="square" lIns="90000" tIns="46800" rIns="90000" bIns="46800" rtlCol="0" anchor="t">
            <a:noAutofit/>
          </a:bodyPr>
          <a:lstStyle/>
          <a:p>
            <a:pPr>
              <a:spcBef>
                <a:spcPct val="0"/>
              </a:spcBef>
            </a:pPr>
            <a:r>
              <a:rPr lang="en-US" sz="1000" b="1"/>
              <a:t>Revenue (Rv1):</a:t>
            </a:r>
            <a:r>
              <a:rPr lang="en-US" sz="1000"/>
              <a:t> £3,571,000.00</a:t>
            </a:r>
          </a:p>
        </p:txBody>
      </p:sp>
      <p:sp>
        <p:nvSpPr>
          <p:cNvPr id="51" name="TextBox 50">
            <a:extLst>
              <a:ext uri="{FF2B5EF4-FFF2-40B4-BE49-F238E27FC236}">
                <a16:creationId xmlns:a16="http://schemas.microsoft.com/office/drawing/2014/main" id="{2C4D9B08-97DF-031C-0151-ECF6ACEACFA0}"/>
              </a:ext>
            </a:extLst>
          </p:cNvPr>
          <p:cNvSpPr txBox="1"/>
          <p:nvPr/>
        </p:nvSpPr>
        <p:spPr>
          <a:xfrm>
            <a:off x="3883629" y="4662130"/>
            <a:ext cx="3421343" cy="740845"/>
          </a:xfrm>
          <a:prstGeom prst="rect">
            <a:avLst/>
          </a:prstGeom>
          <a:noFill/>
        </p:spPr>
        <p:txBody>
          <a:bodyPr vert="horz" wrap="square" lIns="90000" tIns="46800" rIns="90000" bIns="46800" rtlCol="0" anchor="ctr">
            <a:spAutoFit/>
          </a:bodyPr>
          <a:lstStyle/>
          <a:p>
            <a:pPr algn="ctr">
              <a:spcBef>
                <a:spcPct val="0"/>
              </a:spcBef>
            </a:pPr>
            <a:r>
              <a:rPr lang="en-US" sz="1400"/>
              <a:t>BREAK EVEN: </a:t>
            </a:r>
          </a:p>
          <a:p>
            <a:pPr algn="ctr">
              <a:spcBef>
                <a:spcPct val="0"/>
              </a:spcBef>
            </a:pPr>
            <a:r>
              <a:rPr lang="en-US" sz="1400"/>
              <a:t>Time 7 years and 6 months required to pay the Implementation using Savings</a:t>
            </a:r>
          </a:p>
        </p:txBody>
      </p:sp>
      <p:sp>
        <p:nvSpPr>
          <p:cNvPr id="53" name="TextBox 52">
            <a:extLst>
              <a:ext uri="{FF2B5EF4-FFF2-40B4-BE49-F238E27FC236}">
                <a16:creationId xmlns:a16="http://schemas.microsoft.com/office/drawing/2014/main" id="{2F03411F-ECCC-0C90-EB81-6BE747B3A4CB}"/>
              </a:ext>
            </a:extLst>
          </p:cNvPr>
          <p:cNvSpPr txBox="1"/>
          <p:nvPr/>
        </p:nvSpPr>
        <p:spPr>
          <a:xfrm>
            <a:off x="8006144" y="3287318"/>
            <a:ext cx="2328550" cy="444712"/>
          </a:xfrm>
          <a:prstGeom prst="rect">
            <a:avLst/>
          </a:prstGeom>
          <a:noFill/>
        </p:spPr>
        <p:txBody>
          <a:bodyPr vert="horz" wrap="square" lIns="90000" tIns="46800" rIns="90000" bIns="46800" rtlCol="0" anchor="t">
            <a:noAutofit/>
          </a:bodyPr>
          <a:lstStyle/>
          <a:p>
            <a:pPr>
              <a:spcBef>
                <a:spcPct val="0"/>
              </a:spcBef>
            </a:pPr>
            <a:r>
              <a:rPr lang="en-US" sz="1000" b="1"/>
              <a:t>Revenue (Rv2):</a:t>
            </a:r>
            <a:r>
              <a:rPr lang="en-US" sz="1000"/>
              <a:t> £3,678,130.00</a:t>
            </a:r>
          </a:p>
        </p:txBody>
      </p:sp>
      <p:cxnSp>
        <p:nvCxnSpPr>
          <p:cNvPr id="59" name="Straight Connector 58">
            <a:extLst>
              <a:ext uri="{FF2B5EF4-FFF2-40B4-BE49-F238E27FC236}">
                <a16:creationId xmlns:a16="http://schemas.microsoft.com/office/drawing/2014/main" id="{DAB039CC-B163-CAC2-DB65-7F53C13B54CD}"/>
              </a:ext>
            </a:extLst>
          </p:cNvPr>
          <p:cNvCxnSpPr>
            <a:cxnSpLocks/>
          </p:cNvCxnSpPr>
          <p:nvPr/>
        </p:nvCxnSpPr>
        <p:spPr>
          <a:xfrm>
            <a:off x="3825608" y="5471904"/>
            <a:ext cx="7680592" cy="0"/>
          </a:xfrm>
          <a:prstGeom prst="line">
            <a:avLst/>
          </a:prstGeom>
          <a:ln w="12700">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62" name="TextBox 61">
            <a:extLst>
              <a:ext uri="{FF2B5EF4-FFF2-40B4-BE49-F238E27FC236}">
                <a16:creationId xmlns:a16="http://schemas.microsoft.com/office/drawing/2014/main" id="{4AE82788-0E2B-D12C-39A6-A0DB22B79CE2}"/>
              </a:ext>
            </a:extLst>
          </p:cNvPr>
          <p:cNvSpPr txBox="1"/>
          <p:nvPr/>
        </p:nvSpPr>
        <p:spPr>
          <a:xfrm>
            <a:off x="3791039" y="5772273"/>
            <a:ext cx="3980209" cy="769441"/>
          </a:xfrm>
          <a:prstGeom prst="rect">
            <a:avLst/>
          </a:prstGeom>
          <a:noFill/>
        </p:spPr>
        <p:txBody>
          <a:bodyPr wrap="square" lIns="91440" tIns="45720" rIns="91440" bIns="45720" anchor="t">
            <a:spAutoFit/>
          </a:bodyPr>
          <a:lstStyle/>
          <a:p>
            <a:pPr algn="ctr">
              <a:spcBef>
                <a:spcPct val="0"/>
              </a:spcBef>
              <a:defRPr/>
            </a:pPr>
            <a:r>
              <a:rPr lang="en-US" sz="1100" b="1">
                <a:solidFill>
                  <a:srgbClr val="000000"/>
                </a:solidFill>
                <a:latin typeface="Ubuntu"/>
              </a:rPr>
              <a:t>Breakeven: </a:t>
            </a:r>
            <a:endParaRPr lang="en-US"/>
          </a:p>
          <a:p>
            <a:pPr>
              <a:defRPr/>
            </a:pPr>
            <a:r>
              <a:rPr lang="en-US" sz="1100">
                <a:solidFill>
                  <a:srgbClr val="000000"/>
                </a:solidFill>
                <a:latin typeface="Ubuntu"/>
                <a:cs typeface="Segoe UI"/>
              </a:rPr>
              <a:t>Savings begin immediately, reducing operating costs from year one.</a:t>
            </a:r>
            <a:endParaRPr lang="en-US" sz="1100">
              <a:latin typeface="Ubuntu"/>
            </a:endParaRPr>
          </a:p>
          <a:p>
            <a:pPr>
              <a:spcBef>
                <a:spcPct val="0"/>
              </a:spcBef>
              <a:defRPr/>
            </a:pPr>
            <a:endParaRPr lang="en-US" sz="1100" b="1">
              <a:solidFill>
                <a:srgbClr val="000000"/>
              </a:solidFill>
              <a:latin typeface="Ubuntu"/>
              <a:cs typeface="Segoe UI"/>
            </a:endParaRPr>
          </a:p>
        </p:txBody>
      </p:sp>
      <p:sp>
        <p:nvSpPr>
          <p:cNvPr id="119" name="TextBox 118">
            <a:extLst>
              <a:ext uri="{FF2B5EF4-FFF2-40B4-BE49-F238E27FC236}">
                <a16:creationId xmlns:a16="http://schemas.microsoft.com/office/drawing/2014/main" id="{34ABDD0B-B774-3D76-A960-0118DB3BE2F0}"/>
              </a:ext>
            </a:extLst>
          </p:cNvPr>
          <p:cNvSpPr txBox="1"/>
          <p:nvPr/>
        </p:nvSpPr>
        <p:spPr>
          <a:xfrm>
            <a:off x="7995895" y="4559523"/>
            <a:ext cx="3541092" cy="956288"/>
          </a:xfrm>
          <a:prstGeom prst="rect">
            <a:avLst/>
          </a:prstGeom>
          <a:noFill/>
        </p:spPr>
        <p:txBody>
          <a:bodyPr vert="horz" wrap="square" lIns="90000" tIns="46800" rIns="90000" bIns="46800" rtlCol="0" anchor="ctr">
            <a:spAutoFit/>
          </a:bodyPr>
          <a:lstStyle/>
          <a:p>
            <a:pPr algn="ctr">
              <a:spcBef>
                <a:spcPct val="0"/>
              </a:spcBef>
            </a:pPr>
            <a:r>
              <a:rPr lang="en-US" sz="1400"/>
              <a:t>BREAK EVEN: </a:t>
            </a:r>
          </a:p>
          <a:p>
            <a:pPr algn="ctr">
              <a:spcBef>
                <a:spcPct val="0"/>
              </a:spcBef>
            </a:pPr>
            <a:r>
              <a:rPr lang="en-US" sz="1400"/>
              <a:t>Time 3 years and 5 months required to pay the Implementation using extra Revenue</a:t>
            </a:r>
          </a:p>
        </p:txBody>
      </p:sp>
      <p:sp>
        <p:nvSpPr>
          <p:cNvPr id="18" name="TextBox 17">
            <a:extLst>
              <a:ext uri="{FF2B5EF4-FFF2-40B4-BE49-F238E27FC236}">
                <a16:creationId xmlns:a16="http://schemas.microsoft.com/office/drawing/2014/main" id="{1BCE5F34-D53F-D825-E794-E91CBCDABFC4}"/>
              </a:ext>
            </a:extLst>
          </p:cNvPr>
          <p:cNvSpPr txBox="1"/>
          <p:nvPr/>
        </p:nvSpPr>
        <p:spPr>
          <a:xfrm>
            <a:off x="405763" y="2175106"/>
            <a:ext cx="2809262" cy="2402838"/>
          </a:xfrm>
          <a:prstGeom prst="rect">
            <a:avLst/>
          </a:prstGeom>
          <a:noFill/>
        </p:spPr>
        <p:txBody>
          <a:bodyPr vert="horz" wrap="square" lIns="90000" tIns="46800" rIns="90000" bIns="46800" rtlCol="0" anchor="ctr">
            <a:spAutoFit/>
          </a:bodyPr>
          <a:lstStyle/>
          <a:p>
            <a:pPr marL="171450" indent="-171450">
              <a:buFont typeface="Arial"/>
              <a:buChar char="•"/>
            </a:pPr>
            <a:r>
              <a:rPr lang="en-US" sz="1200" b="1">
                <a:latin typeface="Ubuntu"/>
                <a:cs typeface="Segoe UI"/>
              </a:rPr>
              <a:t>Reduce</a:t>
            </a:r>
            <a:r>
              <a:rPr lang="en-US" sz="1200">
                <a:latin typeface="Ubuntu"/>
                <a:cs typeface="Segoe UI"/>
              </a:rPr>
              <a:t> equipment replacement costs</a:t>
            </a:r>
            <a:endParaRPr lang="en-US" sz="1200" b="1">
              <a:latin typeface="Ubuntu"/>
              <a:cs typeface="Segoe UI"/>
            </a:endParaRPr>
          </a:p>
          <a:p>
            <a:pPr marL="171450" indent="-171450">
              <a:buFont typeface="Arial"/>
              <a:buChar char="•"/>
            </a:pPr>
            <a:r>
              <a:rPr lang="en-US" sz="1200" b="1">
                <a:latin typeface="Ubuntu"/>
                <a:cs typeface="Segoe UI"/>
              </a:rPr>
              <a:t>Reduce</a:t>
            </a:r>
            <a:r>
              <a:rPr lang="en-US" sz="1200">
                <a:latin typeface="Ubuntu"/>
                <a:cs typeface="Segoe UI"/>
              </a:rPr>
              <a:t> maintenance turnaround time</a:t>
            </a:r>
            <a:endParaRPr lang="en-US" sz="1200">
              <a:latin typeface="Ubuntu"/>
              <a:ea typeface="Calibri"/>
              <a:cs typeface="Calibri"/>
            </a:endParaRPr>
          </a:p>
          <a:p>
            <a:pPr marL="171450" indent="-171450">
              <a:buFont typeface="Arial"/>
              <a:buChar char="•"/>
            </a:pPr>
            <a:r>
              <a:rPr lang="en-US" sz="1200" b="1">
                <a:latin typeface="Ubuntu"/>
                <a:cs typeface="Segoe UI"/>
              </a:rPr>
              <a:t>Reduce</a:t>
            </a:r>
            <a:r>
              <a:rPr lang="en-US" sz="1200">
                <a:latin typeface="Ubuntu"/>
                <a:cs typeface="Segoe UI"/>
              </a:rPr>
              <a:t> SME interruption hours</a:t>
            </a:r>
            <a:endParaRPr lang="en-US" sz="1200">
              <a:latin typeface="Ubuntu"/>
            </a:endParaRPr>
          </a:p>
          <a:p>
            <a:pPr marL="171450" indent="-171450">
              <a:buFont typeface="Arial"/>
              <a:buChar char="•"/>
            </a:pPr>
            <a:r>
              <a:rPr lang="en-US" sz="1200" b="1">
                <a:latin typeface="Ubuntu"/>
                <a:cs typeface="Segoe UI"/>
              </a:rPr>
              <a:t>Reduce</a:t>
            </a:r>
            <a:r>
              <a:rPr lang="en-US" sz="1200">
                <a:latin typeface="Ubuntu"/>
                <a:cs typeface="Segoe UI"/>
              </a:rPr>
              <a:t> unplanned downtime</a:t>
            </a:r>
            <a:endParaRPr lang="en-US" sz="1200">
              <a:latin typeface="Ubuntu"/>
            </a:endParaRPr>
          </a:p>
          <a:p>
            <a:pPr marL="171450" indent="-171450">
              <a:buFont typeface="Arial"/>
              <a:buChar char="•"/>
            </a:pPr>
            <a:r>
              <a:rPr lang="en-US" sz="1200" b="1">
                <a:latin typeface="Ubuntu"/>
                <a:cs typeface="Segoe UI"/>
              </a:rPr>
              <a:t>Reduce</a:t>
            </a:r>
            <a:r>
              <a:rPr lang="en-US" sz="1200">
                <a:latin typeface="Ubuntu"/>
                <a:cs typeface="Segoe UI"/>
              </a:rPr>
              <a:t> repeat failures / rework</a:t>
            </a:r>
            <a:endParaRPr lang="en-US" sz="1200">
              <a:latin typeface="Ubuntu"/>
            </a:endParaRPr>
          </a:p>
          <a:p>
            <a:pPr marL="171450" indent="-171450">
              <a:buFont typeface="Arial"/>
              <a:buChar char="•"/>
            </a:pPr>
            <a:r>
              <a:rPr lang="en-US" sz="1200" b="1">
                <a:latin typeface="Ubuntu"/>
                <a:cs typeface="Segoe UI"/>
              </a:rPr>
              <a:t>Improve</a:t>
            </a:r>
            <a:r>
              <a:rPr lang="en-US" sz="1200">
                <a:latin typeface="Ubuntu"/>
                <a:cs typeface="Segoe UI"/>
              </a:rPr>
              <a:t> SOP compliance</a:t>
            </a:r>
            <a:endParaRPr lang="en-US" sz="1200">
              <a:latin typeface="Ubuntu"/>
            </a:endParaRPr>
          </a:p>
          <a:p>
            <a:pPr marL="171450" indent="-171450">
              <a:buFont typeface="Arial"/>
              <a:buChar char="•"/>
            </a:pPr>
            <a:r>
              <a:rPr lang="en-US" sz="1200" b="1">
                <a:latin typeface="Ubuntu"/>
                <a:cs typeface="Segoe UI"/>
              </a:rPr>
              <a:t>Increase</a:t>
            </a:r>
            <a:r>
              <a:rPr lang="en-US" sz="1200">
                <a:latin typeface="Ubuntu"/>
                <a:cs typeface="Segoe UI"/>
              </a:rPr>
              <a:t> staff confidence &amp; competency</a:t>
            </a:r>
            <a:endParaRPr lang="en-US" sz="1200">
              <a:latin typeface="Ubuntu"/>
            </a:endParaRPr>
          </a:p>
          <a:p>
            <a:pPr marL="171450" indent="-171450">
              <a:buFont typeface="Arial"/>
              <a:buChar char="•"/>
            </a:pPr>
            <a:r>
              <a:rPr lang="en-US" sz="1200" b="1">
                <a:latin typeface="Ubuntu"/>
                <a:cs typeface="Segoe UI"/>
              </a:rPr>
              <a:t>Increase</a:t>
            </a:r>
            <a:r>
              <a:rPr lang="en-US" sz="1200">
                <a:latin typeface="Ubuntu"/>
                <a:cs typeface="Segoe UI"/>
              </a:rPr>
              <a:t> productivity per technician</a:t>
            </a:r>
            <a:endParaRPr lang="en-US" sz="1200">
              <a:latin typeface="Ubuntu"/>
            </a:endParaRPr>
          </a:p>
          <a:p>
            <a:pPr marL="285750" indent="-285750">
              <a:buFont typeface="Arial"/>
              <a:buChar char="•"/>
            </a:pPr>
            <a:endParaRPr lang="en-US" sz="600" b="1">
              <a:latin typeface="Ubuntu"/>
              <a:cs typeface="Segoe UI"/>
            </a:endParaRPr>
          </a:p>
        </p:txBody>
      </p:sp>
      <p:sp>
        <p:nvSpPr>
          <p:cNvPr id="19" name="TextBox 18">
            <a:extLst>
              <a:ext uri="{FF2B5EF4-FFF2-40B4-BE49-F238E27FC236}">
                <a16:creationId xmlns:a16="http://schemas.microsoft.com/office/drawing/2014/main" id="{3C61BC34-0CA0-0ED4-4955-83B307597845}"/>
              </a:ext>
            </a:extLst>
          </p:cNvPr>
          <p:cNvSpPr txBox="1"/>
          <p:nvPr/>
        </p:nvSpPr>
        <p:spPr>
          <a:xfrm>
            <a:off x="2081659" y="438764"/>
            <a:ext cx="1870702" cy="740845"/>
          </a:xfrm>
          <a:prstGeom prst="rect">
            <a:avLst/>
          </a:prstGeom>
          <a:noFill/>
        </p:spPr>
        <p:txBody>
          <a:bodyPr vert="horz" wrap="square" lIns="90000" tIns="46800" rIns="90000" bIns="46800" rtlCol="0" anchor="ctr">
            <a:spAutoFit/>
          </a:bodyPr>
          <a:lstStyle/>
          <a:p>
            <a:pPr algn="l">
              <a:spcBef>
                <a:spcPct val="0"/>
              </a:spcBef>
            </a:pPr>
            <a:r>
              <a:rPr lang="en-US" sz="1400">
                <a:solidFill>
                  <a:schemeClr val="bg1"/>
                </a:solidFill>
              </a:rPr>
              <a:t>Smart Maintenance Operations Framework </a:t>
            </a:r>
            <a:endParaRPr lang="en-GB" sz="1400">
              <a:solidFill>
                <a:schemeClr val="bg1"/>
              </a:solidFill>
            </a:endParaRPr>
          </a:p>
        </p:txBody>
      </p:sp>
      <p:sp>
        <p:nvSpPr>
          <p:cNvPr id="20" name="TextBox 19">
            <a:extLst>
              <a:ext uri="{FF2B5EF4-FFF2-40B4-BE49-F238E27FC236}">
                <a16:creationId xmlns:a16="http://schemas.microsoft.com/office/drawing/2014/main" id="{E0533267-2525-AF37-2D3B-C183DC576F8E}"/>
              </a:ext>
            </a:extLst>
          </p:cNvPr>
          <p:cNvSpPr txBox="1"/>
          <p:nvPr/>
        </p:nvSpPr>
        <p:spPr>
          <a:xfrm>
            <a:off x="3218942" y="178811"/>
            <a:ext cx="806634" cy="340735"/>
          </a:xfrm>
          <a:prstGeom prst="rect">
            <a:avLst/>
          </a:prstGeom>
          <a:noFill/>
        </p:spPr>
        <p:txBody>
          <a:bodyPr vert="horz" wrap="square" lIns="90000" tIns="46800" rIns="90000" bIns="46800" rtlCol="0" anchor="ctr">
            <a:spAutoFit/>
          </a:bodyPr>
          <a:lstStyle/>
          <a:p>
            <a:pPr algn="l">
              <a:spcBef>
                <a:spcPct val="0"/>
              </a:spcBef>
            </a:pPr>
            <a:r>
              <a:rPr lang="en-US" sz="800">
                <a:solidFill>
                  <a:schemeClr val="bg1"/>
                </a:solidFill>
              </a:rPr>
              <a:t>LS / Supply Chain</a:t>
            </a:r>
            <a:endParaRPr lang="en-GB" sz="800" err="1">
              <a:solidFill>
                <a:schemeClr val="bg1"/>
              </a:solidFill>
            </a:endParaRPr>
          </a:p>
        </p:txBody>
      </p:sp>
      <p:sp>
        <p:nvSpPr>
          <p:cNvPr id="6" name="Rectangle 5">
            <a:extLst>
              <a:ext uri="{FF2B5EF4-FFF2-40B4-BE49-F238E27FC236}">
                <a16:creationId xmlns:a16="http://schemas.microsoft.com/office/drawing/2014/main" id="{64E6244D-4C51-5C0C-6C17-6CF12A13F323}"/>
              </a:ext>
            </a:extLst>
          </p:cNvPr>
          <p:cNvSpPr/>
          <p:nvPr/>
        </p:nvSpPr>
        <p:spPr>
          <a:xfrm>
            <a:off x="7752258" y="5507952"/>
            <a:ext cx="3674404" cy="1215221"/>
          </a:xfrm>
          <a:prstGeom prst="rect">
            <a:avLst/>
          </a:prstGeom>
          <a:solidFill>
            <a:schemeClr val="bg1">
              <a:lumMod val="9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GB" sz="1100" b="1">
                <a:solidFill>
                  <a:schemeClr val="tx1"/>
                </a:solidFill>
                <a:latin typeface="Ubuntu"/>
                <a:cs typeface="Segoe UI"/>
              </a:rPr>
              <a:t>Why it’s feasible:</a:t>
            </a:r>
            <a:endParaRPr lang="en-US">
              <a:solidFill>
                <a:schemeClr val="tx1"/>
              </a:solidFill>
              <a:latin typeface="Ubuntu"/>
            </a:endParaRPr>
          </a:p>
          <a:p>
            <a:pPr algn="ctr"/>
            <a:r>
              <a:rPr lang="en-GB" sz="1100">
                <a:solidFill>
                  <a:schemeClr val="tx1"/>
                </a:solidFill>
                <a:latin typeface="Ubuntu"/>
                <a:cs typeface="Segoe UI"/>
              </a:rPr>
              <a:t>Predictable return within a typical enterprise ROI window</a:t>
            </a:r>
          </a:p>
          <a:p>
            <a:pPr algn="ctr"/>
            <a:r>
              <a:rPr lang="en-GB" sz="1100">
                <a:solidFill>
                  <a:schemeClr val="tx1"/>
                </a:solidFill>
                <a:latin typeface="Ubuntu"/>
                <a:cs typeface="Segoe UI"/>
              </a:rPr>
              <a:t>Immediate cost savings + long‑term revenue uplift</a:t>
            </a:r>
            <a:endParaRPr lang="en-GB" sz="1100">
              <a:solidFill>
                <a:schemeClr val="tx1"/>
              </a:solidFill>
              <a:latin typeface="Ubuntu"/>
            </a:endParaRPr>
          </a:p>
          <a:p>
            <a:pPr algn="ctr"/>
            <a:r>
              <a:rPr lang="en-GB" sz="1100">
                <a:solidFill>
                  <a:schemeClr val="tx1"/>
                </a:solidFill>
                <a:latin typeface="Ubuntu"/>
                <a:cs typeface="Segoe UI"/>
              </a:rPr>
              <a:t>More stable, less reactive maintenance operations</a:t>
            </a:r>
            <a:endParaRPr lang="en-GB" sz="1100">
              <a:solidFill>
                <a:schemeClr val="tx1"/>
              </a:solidFill>
              <a:latin typeface="Ubuntu"/>
            </a:endParaRPr>
          </a:p>
          <a:p>
            <a:pPr algn="ctr"/>
            <a:r>
              <a:rPr lang="en-GB" sz="1100">
                <a:solidFill>
                  <a:schemeClr val="tx1"/>
                </a:solidFill>
                <a:latin typeface="Ubuntu"/>
                <a:cs typeface="Segoe UI"/>
              </a:rPr>
              <a:t>Strong ROI after break‑even</a:t>
            </a:r>
            <a:endParaRPr lang="en-GB" sz="1100">
              <a:solidFill>
                <a:schemeClr val="tx1"/>
              </a:solidFill>
              <a:latin typeface="Ubuntu"/>
            </a:endParaRPr>
          </a:p>
          <a:p>
            <a:pPr algn="ctr"/>
            <a:endParaRPr lang="en-GB" sz="1400">
              <a:solidFill>
                <a:schemeClr val="tx1"/>
              </a:solidFill>
            </a:endParaRPr>
          </a:p>
        </p:txBody>
      </p:sp>
    </p:spTree>
    <p:extLst>
      <p:ext uri="{BB962C8B-B14F-4D97-AF65-F5344CB8AC3E}">
        <p14:creationId xmlns:p14="http://schemas.microsoft.com/office/powerpoint/2010/main" val="2765239407"/>
      </p:ext>
    </p:extLst>
  </p:cSld>
  <p:clrMapOvr>
    <a:masterClrMapping/>
  </p:clrMapOvr>
</p:sld>
</file>

<file path=ppt/theme/theme1.xml><?xml version="1.0" encoding="utf-8"?>
<a:theme xmlns:a="http://schemas.openxmlformats.org/drawingml/2006/main" name="Capgemini_Bright_2025">
  <a:themeElements>
    <a:clrScheme name="Capgemini Bright 2026">
      <a:dk1>
        <a:srgbClr val="000000"/>
      </a:dk1>
      <a:lt1>
        <a:srgbClr val="FFFFFF"/>
      </a:lt1>
      <a:dk2>
        <a:srgbClr val="0058AB"/>
      </a:dk2>
      <a:lt2>
        <a:srgbClr val="FFFFFF"/>
      </a:lt2>
      <a:accent1>
        <a:srgbClr val="0058AB"/>
      </a:accent1>
      <a:accent2>
        <a:srgbClr val="1DB8F2"/>
      </a:accent2>
      <a:accent3>
        <a:srgbClr val="121A38"/>
      </a:accent3>
      <a:accent4>
        <a:srgbClr val="00828E"/>
      </a:accent4>
      <a:accent5>
        <a:srgbClr val="BE4D00"/>
      </a:accent5>
      <a:accent6>
        <a:srgbClr val="8F3237"/>
      </a:accent6>
      <a:hlink>
        <a:srgbClr val="0058AB"/>
      </a:hlink>
      <a:folHlink>
        <a:srgbClr val="1DB8F2"/>
      </a:folHlink>
    </a:clrScheme>
    <a:fontScheme name="Capgemini 2024">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lumMod val="95000"/>
          </a:schemeClr>
        </a:solidFill>
        <a:ln w="9525">
          <a:noFill/>
          <a:prstDash val="solid"/>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1400" dirty="0" err="1">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bg1">
              <a:lumMod val="65000"/>
            </a:schemeClr>
          </a:solidFill>
        </a:ln>
      </a:spPr>
      <a:bodyPr/>
      <a:lstStyle/>
      <a:style>
        <a:lnRef idx="1">
          <a:schemeClr val="accent1"/>
        </a:lnRef>
        <a:fillRef idx="0">
          <a:schemeClr val="accent1"/>
        </a:fillRef>
        <a:effectRef idx="0">
          <a:schemeClr val="accent1"/>
        </a:effectRef>
        <a:fontRef idx="minor">
          <a:schemeClr val="tx1"/>
        </a:fontRef>
      </a:style>
    </a:lnDef>
    <a:txDef>
      <a:spPr>
        <a:noFill/>
      </a:spPr>
      <a:bodyPr vert="horz" wrap="square" lIns="90000" tIns="46800" rIns="90000" bIns="46800" rtlCol="0" anchor="ctr">
        <a:spAutoFit/>
      </a:bodyPr>
      <a:lstStyle>
        <a:defPPr algn="l">
          <a:spcBef>
            <a:spcPct val="0"/>
          </a:spcBef>
          <a:defRPr sz="1400" dirty="0" err="1" smtClean="0"/>
        </a:defPPr>
      </a:lstStyle>
    </a:txDef>
  </a:objectDefaults>
  <a:extraClrSchemeLst/>
  <a:custClrLst>
    <a:custClr name="Turquoise">
      <a:srgbClr val="00D5D0"/>
    </a:custClr>
    <a:custClr name="Yellow">
      <a:srgbClr val="FEB100"/>
    </a:custClr>
    <a:custClr name="Orange">
      <a:srgbClr val="FF816E"/>
    </a:custClr>
    <a:custClr name="Lilac">
      <a:srgbClr val="D4D3F1"/>
    </a:custClr>
    <a:custClr name="Teal">
      <a:srgbClr val="00828E"/>
    </a:custClr>
    <a:custClr name="Terracotta">
      <a:srgbClr val="BE4D00"/>
    </a:custClr>
    <a:custClr name="Deep Red">
      <a:srgbClr val="8F3237"/>
    </a:custClr>
    <a:custClr name="Purple">
      <a:srgbClr val="71609E"/>
    </a:custClr>
  </a:custClrLst>
  <a:extLst>
    <a:ext uri="{05A4C25C-085E-4340-85A3-A5531E510DB2}">
      <thm15:themeFamily xmlns:thm15="http://schemas.microsoft.com/office/thememl/2012/main" name="Capgemini_PPT-template_Master_February-02-2026" id="{643CFCD9-5D42-47EC-8CC7-8D856D17DCD2}" vid="{146F7EC5-EAD0-403A-8A34-B166E4CB0DE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71ec4482-8a5f-419e-a3fb-f1ff39837bb1">
      <Terms xmlns="http://schemas.microsoft.com/office/infopath/2007/PartnerControls"/>
    </lcf76f155ced4ddcb4097134ff3c332f>
    <TaxCatchAll xmlns="289d593b-f9da-44ad-aeed-35e8c5022e7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D72C44C9799C9545A5261C0AF70B4333" ma:contentTypeVersion="12" ma:contentTypeDescription="Create a new document." ma:contentTypeScope="" ma:versionID="d3bfc66f34015992af98012d13240f76">
  <xsd:schema xmlns:xsd="http://www.w3.org/2001/XMLSchema" xmlns:xs="http://www.w3.org/2001/XMLSchema" xmlns:p="http://schemas.microsoft.com/office/2006/metadata/properties" xmlns:ns2="71ec4482-8a5f-419e-a3fb-f1ff39837bb1" xmlns:ns3="289d593b-f9da-44ad-aeed-35e8c5022e75" targetNamespace="http://schemas.microsoft.com/office/2006/metadata/properties" ma:root="true" ma:fieldsID="5e47fec692097f55d09e23598386e87b" ns2:_="" ns3:_="">
    <xsd:import namespace="71ec4482-8a5f-419e-a3fb-f1ff39837bb1"/>
    <xsd:import namespace="289d593b-f9da-44ad-aeed-35e8c5022e75"/>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ec4482-8a5f-419e-a3fb-f1ff39837bb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lcf76f155ced4ddcb4097134ff3c332f" ma:index="16" nillable="true" ma:taxonomy="true" ma:internalName="lcf76f155ced4ddcb4097134ff3c332f" ma:taxonomyFieldName="MediaServiceImageTags" ma:displayName="Image Tags" ma:readOnly="false" ma:fieldId="{5cf76f15-5ced-4ddc-b409-7134ff3c332f}" ma:taxonomyMulti="true" ma:sspId="b3623ea3-be23-4189-a25b-bcadb097ef14" ma:termSetId="09814cd3-568e-fe90-9814-8d621ff8fb84" ma:anchorId="fba54fb3-c3e1-fe81-a776-ca4b69148c4d" ma:open="true" ma:isKeyword="false">
      <xsd:complexType>
        <xsd:sequence>
          <xsd:element ref="pc:Terms" minOccurs="0" maxOccurs="1"/>
        </xsd:sequence>
      </xsd:complexType>
    </xsd:element>
    <xsd:element name="MediaServiceOCR" ma:index="18"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89d593b-f9da-44ad-aeed-35e8c5022e75" elementFormDefault="qualified">
    <xsd:import namespace="http://schemas.microsoft.com/office/2006/documentManagement/types"/>
    <xsd:import namespace="http://schemas.microsoft.com/office/infopath/2007/PartnerControls"/>
    <xsd:element name="TaxCatchAll" ma:index="17" nillable="true" ma:displayName="Taxonomy Catch All Column" ma:hidden="true" ma:list="{f21e7f45-79c5-438a-9c31-31bb88d8ed8a}" ma:internalName="TaxCatchAll" ma:showField="CatchAllData" ma:web="289d593b-f9da-44ad-aeed-35e8c5022e75">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7CF04F0-456A-483D-A7D2-D6142AA5B354}">
  <ds:schemaRefs>
    <ds:schemaRef ds:uri="http://schemas.microsoft.com/sharepoint/v3/contenttype/forms"/>
  </ds:schemaRefs>
</ds:datastoreItem>
</file>

<file path=customXml/itemProps2.xml><?xml version="1.0" encoding="utf-8"?>
<ds:datastoreItem xmlns:ds="http://schemas.openxmlformats.org/officeDocument/2006/customXml" ds:itemID="{B0A0046D-0765-4685-8521-7D1E34B9A377}">
  <ds:schemaRefs>
    <ds:schemaRef ds:uri="289d593b-f9da-44ad-aeed-35e8c5022e75"/>
    <ds:schemaRef ds:uri="71ec4482-8a5f-419e-a3fb-f1ff39837bb1"/>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399DF05A-F5B0-43BE-B0E8-D684123183D4}">
  <ds:schemaRefs>
    <ds:schemaRef ds:uri="289d593b-f9da-44ad-aeed-35e8c5022e75"/>
    <ds:schemaRef ds:uri="71ec4482-8a5f-419e-a3fb-f1ff39837bb1"/>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Metadata/LabelInfo.xml><?xml version="1.0" encoding="utf-8"?>
<clbl:labelList xmlns:clbl="http://schemas.microsoft.com/office/2020/mipLabelMetadata">
  <clbl:label id="{bb5d96ea-ab39-44a0-a6d6-b6f0aac5958b}" enabled="1" method="Privileged" siteId="{76a2ae5a-9f00-4f6b-95ed-5d33d77c4d61}" removed="0"/>
</clbl:labelList>
</file>

<file path=docProps/app.xml><?xml version="1.0" encoding="utf-8"?>
<Properties xmlns="http://schemas.openxmlformats.org/officeDocument/2006/extended-properties" xmlns:vt="http://schemas.openxmlformats.org/officeDocument/2006/docPropsVTypes">
  <Template>Capgemini_Bright_2025</Template>
  <Application>Microsoft Office PowerPoint</Application>
  <PresentationFormat>Widescreen</PresentationFormat>
  <Slides>6</Slides>
  <Notes>0</Notes>
  <HiddenSlides>0</HiddenSlides>
  <ScaleCrop>false</ScaleCrop>
  <HeadingPairs>
    <vt:vector size="4" baseType="variant">
      <vt:variant>
        <vt:lpstr>Theme</vt:lpstr>
      </vt:variant>
      <vt:variant>
        <vt:i4>1</vt:i4>
      </vt:variant>
      <vt:variant>
        <vt:lpstr>Slide Titles</vt:lpstr>
      </vt:variant>
      <vt:variant>
        <vt:i4>6</vt:i4>
      </vt:variant>
    </vt:vector>
  </HeadingPairs>
  <TitlesOfParts>
    <vt:vector size="7" baseType="lpstr">
      <vt:lpstr>Capgemini_Bright_2025</vt:lpstr>
      <vt:lpstr>PowerPoint Presentation</vt:lpstr>
      <vt:lpstr>Use Case Scope in the Business Process</vt:lpstr>
      <vt:lpstr> AI-Human Chemistry</vt:lpstr>
      <vt:lpstr> Responsible AI </vt:lpstr>
      <vt:lpstr>Technical Solution </vt:lpstr>
      <vt:lpstr>Business Case Proposal</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INSTRUCTIONS</dc:title>
  <dc:subject/>
  <dc:creator>Bartolome Ruiz, Raul</dc:creator>
  <cp:keywords/>
  <dc:description/>
  <cp:revision>269</cp:revision>
  <dcterms:created xsi:type="dcterms:W3CDTF">2026-02-09T11:16:54Z</dcterms:created>
  <dcterms:modified xsi:type="dcterms:W3CDTF">2026-05-15T14:27:11Z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ContentTypeId">
    <vt:lpwstr>0x010100D72C44C9799C9545A5261C0AF70B4333</vt:lpwstr>
  </property>
  <property fmtid="{D5CDD505-2E9C-101B-9397-08002B2CF9AE}" pid="4" name="MSIP_Label_e760c494-6550-44b4-8258-77c175d778b7_Enabled">
    <vt:lpwstr>true</vt:lpwstr>
  </property>
  <property fmtid="{D5CDD505-2E9C-101B-9397-08002B2CF9AE}" pid="5" name="MSIP_Label_e760c494-6550-44b4-8258-77c175d778b7_SetDate">
    <vt:lpwstr>2026-02-09T12:25:45Z</vt:lpwstr>
  </property>
  <property fmtid="{D5CDD505-2E9C-101B-9397-08002B2CF9AE}" pid="6" name="MSIP_Label_e760c494-6550-44b4-8258-77c175d778b7_Method">
    <vt:lpwstr>Standard</vt:lpwstr>
  </property>
  <property fmtid="{D5CDD505-2E9C-101B-9397-08002B2CF9AE}" pid="7" name="MSIP_Label_e760c494-6550-44b4-8258-77c175d778b7_Name">
    <vt:lpwstr>Capgemini-SEC0-Public</vt:lpwstr>
  </property>
  <property fmtid="{D5CDD505-2E9C-101B-9397-08002B2CF9AE}" pid="8" name="MSIP_Label_e760c494-6550-44b4-8258-77c175d778b7_SiteId">
    <vt:lpwstr>76a2ae5a-9f00-4f6b-95ed-5d33d77c4d61</vt:lpwstr>
  </property>
  <property fmtid="{D5CDD505-2E9C-101B-9397-08002B2CF9AE}" pid="9" name="MSIP_Label_e760c494-6550-44b4-8258-77c175d778b7_ActionId">
    <vt:lpwstr>23bd5236-fbda-4184-9ddc-04c9b8b6f575</vt:lpwstr>
  </property>
  <property fmtid="{D5CDD505-2E9C-101B-9397-08002B2CF9AE}" pid="10" name="MSIP_Label_e760c494-6550-44b4-8258-77c175d778b7_ContentBits">
    <vt:lpwstr>0</vt:lpwstr>
  </property>
  <property fmtid="{D5CDD505-2E9C-101B-9397-08002B2CF9AE}" pid="11" name="xd_ProgID">
    <vt:lpwstr/>
  </property>
  <property fmtid="{D5CDD505-2E9C-101B-9397-08002B2CF9AE}" pid="12" name="ComplianceAssetId">
    <vt:lpwstr/>
  </property>
  <property fmtid="{D5CDD505-2E9C-101B-9397-08002B2CF9AE}" pid="13" name="TemplateUrl">
    <vt:lpwstr/>
  </property>
  <property fmtid="{D5CDD505-2E9C-101B-9397-08002B2CF9AE}" pid="14" name="_ExtendedDescription">
    <vt:lpwstr/>
  </property>
  <property fmtid="{D5CDD505-2E9C-101B-9397-08002B2CF9AE}" pid="15" name="TriggerFlowInfo">
    <vt:lpwstr/>
  </property>
  <property fmtid="{D5CDD505-2E9C-101B-9397-08002B2CF9AE}" pid="16" name="xd_Signature">
    <vt:bool>false</vt:bool>
  </property>
  <property fmtid="{D5CDD505-2E9C-101B-9397-08002B2CF9AE}" pid="17" name="docLang">
    <vt:lpwstr>en</vt:lpwstr>
  </property>
</Properties>
</file>